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
  </p:notesMasterIdLst>
  <p:sldIdLst>
    <p:sldId id="256" r:id="rId2"/>
  </p:sldIdLst>
  <p:sldSz cx="32918400" cy="438912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DF3FED5E-42EB-4856-936F-2CE0C4E8115C}">
          <p14:sldIdLst>
            <p14:sldId id="25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552024D-0651-4DD5-994E-BB5268E834EF}" v="21" dt="2025-12-16T05:52:36.20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59" d="100"/>
          <a:sy n="59" d="100"/>
        </p:scale>
        <p:origin x="54" y="-5364"/>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yatt Ulsh" userId="eec27ee37918cd46" providerId="LiveId" clId="{670DDD77-8767-4F31-B196-79854721C553}"/>
    <pc:docChg chg="undo redo custSel addSld modSld addSection">
      <pc:chgData name="Wyatt Ulsh" userId="eec27ee37918cd46" providerId="LiveId" clId="{670DDD77-8767-4F31-B196-79854721C553}" dt="2025-12-16T05:52:35.308" v="2131" actId="14100"/>
      <pc:docMkLst>
        <pc:docMk/>
      </pc:docMkLst>
      <pc:sldChg chg="addSp delSp modSp new mod modClrScheme chgLayout">
        <pc:chgData name="Wyatt Ulsh" userId="eec27ee37918cd46" providerId="LiveId" clId="{670DDD77-8767-4F31-B196-79854721C553}" dt="2025-12-16T05:52:35.308" v="2131" actId="14100"/>
        <pc:sldMkLst>
          <pc:docMk/>
          <pc:sldMk cId="279534342" sldId="256"/>
        </pc:sldMkLst>
        <pc:spChg chg="add mod ord">
          <ac:chgData name="Wyatt Ulsh" userId="eec27ee37918cd46" providerId="LiveId" clId="{670DDD77-8767-4F31-B196-79854721C553}" dt="2025-12-16T05:52:35.308" v="2131" actId="14100"/>
          <ac:spMkLst>
            <pc:docMk/>
            <pc:sldMk cId="279534342" sldId="256"/>
            <ac:spMk id="2" creationId="{6C0AC743-0DE0-291C-B90C-4798C23981EE}"/>
          </ac:spMkLst>
        </pc:spChg>
        <pc:spChg chg="mod">
          <ac:chgData name="Wyatt Ulsh" userId="eec27ee37918cd46" providerId="LiveId" clId="{670DDD77-8767-4F31-B196-79854721C553}" dt="2025-12-16T05:44:20.807" v="2123" actId="1076"/>
          <ac:spMkLst>
            <pc:docMk/>
            <pc:sldMk cId="279534342" sldId="256"/>
            <ac:spMk id="44" creationId="{8D33AE12-3A95-CBB9-2AD6-FF75001494EC}"/>
          </ac:spMkLst>
        </pc:spChg>
        <pc:picChg chg="mod">
          <ac:chgData name="Wyatt Ulsh" userId="eec27ee37918cd46" providerId="LiveId" clId="{670DDD77-8767-4F31-B196-79854721C553}" dt="2025-12-16T05:07:28.928" v="2105" actId="167"/>
          <ac:picMkLst>
            <pc:docMk/>
            <pc:sldMk cId="279534342" sldId="256"/>
            <ac:picMk id="1028" creationId="{0A296E5D-8FA3-5A33-A2BF-047B10F62EB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0B798D-47E2-4A66-8859-6A41673BE5F7}" type="datetimeFigureOut">
              <a:rPr lang="en-US" smtClean="0"/>
              <a:t>12/15/2025</a:t>
            </a:fld>
            <a:endParaRPr lang="en-US"/>
          </a:p>
        </p:txBody>
      </p:sp>
      <p:sp>
        <p:nvSpPr>
          <p:cNvPr id="4" name="Slide Image Placeholder 3"/>
          <p:cNvSpPr>
            <a:spLocks noGrp="1" noRot="1" noChangeAspect="1"/>
          </p:cNvSpPr>
          <p:nvPr>
            <p:ph type="sldImg" idx="2"/>
          </p:nvPr>
        </p:nvSpPr>
        <p:spPr>
          <a:xfrm>
            <a:off x="2271713" y="1143000"/>
            <a:ext cx="23145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580E36-DD0B-43F1-9AF4-DD73554D3C10}" type="slidenum">
              <a:rPr lang="en-US" smtClean="0"/>
              <a:t>‹#›</a:t>
            </a:fld>
            <a:endParaRPr lang="en-US"/>
          </a:p>
        </p:txBody>
      </p:sp>
    </p:spTree>
    <p:extLst>
      <p:ext uri="{BB962C8B-B14F-4D97-AF65-F5344CB8AC3E}">
        <p14:creationId xmlns:p14="http://schemas.microsoft.com/office/powerpoint/2010/main" val="1794738308"/>
      </p:ext>
    </p:extLst>
  </p:cSld>
  <p:clrMap bg1="lt1" tx1="dk1" bg2="lt2" tx2="dk2" accent1="accent1" accent2="accent2" accent3="accent3" accent4="accent4" accent5="accent5" accent6="accent6" hlink="hlink" folHlink="folHlink"/>
  <p:notesStyle>
    <a:lvl1pPr marL="0" algn="l" defTabSz="3686861" rtl="0" eaLnBrk="1" latinLnBrk="0" hangingPunct="1">
      <a:defRPr sz="4838" kern="1200">
        <a:solidFill>
          <a:schemeClr val="tx1"/>
        </a:solidFill>
        <a:latin typeface="+mn-lt"/>
        <a:ea typeface="+mn-ea"/>
        <a:cs typeface="+mn-cs"/>
      </a:defRPr>
    </a:lvl1pPr>
    <a:lvl2pPr marL="1843430" algn="l" defTabSz="3686861" rtl="0" eaLnBrk="1" latinLnBrk="0" hangingPunct="1">
      <a:defRPr sz="4838" kern="1200">
        <a:solidFill>
          <a:schemeClr val="tx1"/>
        </a:solidFill>
        <a:latin typeface="+mn-lt"/>
        <a:ea typeface="+mn-ea"/>
        <a:cs typeface="+mn-cs"/>
      </a:defRPr>
    </a:lvl2pPr>
    <a:lvl3pPr marL="3686861" algn="l" defTabSz="3686861" rtl="0" eaLnBrk="1" latinLnBrk="0" hangingPunct="1">
      <a:defRPr sz="4838" kern="1200">
        <a:solidFill>
          <a:schemeClr val="tx1"/>
        </a:solidFill>
        <a:latin typeface="+mn-lt"/>
        <a:ea typeface="+mn-ea"/>
        <a:cs typeface="+mn-cs"/>
      </a:defRPr>
    </a:lvl3pPr>
    <a:lvl4pPr marL="5530291" algn="l" defTabSz="3686861" rtl="0" eaLnBrk="1" latinLnBrk="0" hangingPunct="1">
      <a:defRPr sz="4838" kern="1200">
        <a:solidFill>
          <a:schemeClr val="tx1"/>
        </a:solidFill>
        <a:latin typeface="+mn-lt"/>
        <a:ea typeface="+mn-ea"/>
        <a:cs typeface="+mn-cs"/>
      </a:defRPr>
    </a:lvl4pPr>
    <a:lvl5pPr marL="7373722" algn="l" defTabSz="3686861" rtl="0" eaLnBrk="1" latinLnBrk="0" hangingPunct="1">
      <a:defRPr sz="4838" kern="1200">
        <a:solidFill>
          <a:schemeClr val="tx1"/>
        </a:solidFill>
        <a:latin typeface="+mn-lt"/>
        <a:ea typeface="+mn-ea"/>
        <a:cs typeface="+mn-cs"/>
      </a:defRPr>
    </a:lvl5pPr>
    <a:lvl6pPr marL="9217152" algn="l" defTabSz="3686861" rtl="0" eaLnBrk="1" latinLnBrk="0" hangingPunct="1">
      <a:defRPr sz="4838" kern="1200">
        <a:solidFill>
          <a:schemeClr val="tx1"/>
        </a:solidFill>
        <a:latin typeface="+mn-lt"/>
        <a:ea typeface="+mn-ea"/>
        <a:cs typeface="+mn-cs"/>
      </a:defRPr>
    </a:lvl6pPr>
    <a:lvl7pPr marL="11060582" algn="l" defTabSz="3686861" rtl="0" eaLnBrk="1" latinLnBrk="0" hangingPunct="1">
      <a:defRPr sz="4838" kern="1200">
        <a:solidFill>
          <a:schemeClr val="tx1"/>
        </a:solidFill>
        <a:latin typeface="+mn-lt"/>
        <a:ea typeface="+mn-ea"/>
        <a:cs typeface="+mn-cs"/>
      </a:defRPr>
    </a:lvl7pPr>
    <a:lvl8pPr marL="12904013" algn="l" defTabSz="3686861" rtl="0" eaLnBrk="1" latinLnBrk="0" hangingPunct="1">
      <a:defRPr sz="4838" kern="1200">
        <a:solidFill>
          <a:schemeClr val="tx1"/>
        </a:solidFill>
        <a:latin typeface="+mn-lt"/>
        <a:ea typeface="+mn-ea"/>
        <a:cs typeface="+mn-cs"/>
      </a:defRPr>
    </a:lvl8pPr>
    <a:lvl9pPr marL="14747443" algn="l" defTabSz="3686861" rtl="0" eaLnBrk="1" latinLnBrk="0" hangingPunct="1">
      <a:defRPr sz="4838"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1580E36-DD0B-43F1-9AF4-DD73554D3C10}" type="slidenum">
              <a:rPr lang="en-US" smtClean="0"/>
              <a:t>1</a:t>
            </a:fld>
            <a:endParaRPr lang="en-US"/>
          </a:p>
        </p:txBody>
      </p:sp>
    </p:spTree>
    <p:extLst>
      <p:ext uri="{BB962C8B-B14F-4D97-AF65-F5344CB8AC3E}">
        <p14:creationId xmlns:p14="http://schemas.microsoft.com/office/powerpoint/2010/main" val="24509820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68880" y="7183123"/>
            <a:ext cx="27980640" cy="15280640"/>
          </a:xfrm>
        </p:spPr>
        <p:txBody>
          <a:bodyPr anchor="b"/>
          <a:lstStyle>
            <a:lvl1pPr algn="ctr">
              <a:defRPr sz="21600"/>
            </a:lvl1pPr>
          </a:lstStyle>
          <a:p>
            <a:r>
              <a:rPr lang="en-US"/>
              <a:t>Click to edit Master title style</a:t>
            </a:r>
            <a:endParaRPr lang="en-US" dirty="0"/>
          </a:p>
        </p:txBody>
      </p:sp>
      <p:sp>
        <p:nvSpPr>
          <p:cNvPr id="3" name="Subtitle 2"/>
          <p:cNvSpPr>
            <a:spLocks noGrp="1"/>
          </p:cNvSpPr>
          <p:nvPr>
            <p:ph type="subTitle" idx="1"/>
          </p:nvPr>
        </p:nvSpPr>
        <p:spPr>
          <a:xfrm>
            <a:off x="4114800" y="23053043"/>
            <a:ext cx="24688800" cy="10596877"/>
          </a:xfrm>
        </p:spPr>
        <p:txBody>
          <a:bodyPr/>
          <a:lstStyle>
            <a:lvl1pPr marL="0" indent="0" algn="ctr">
              <a:buNone/>
              <a:defRPr sz="8640"/>
            </a:lvl1pPr>
            <a:lvl2pPr marL="1645920" indent="0" algn="ctr">
              <a:buNone/>
              <a:defRPr sz="7200"/>
            </a:lvl2pPr>
            <a:lvl3pPr marL="3291840" indent="0" algn="ctr">
              <a:buNone/>
              <a:defRPr sz="6480"/>
            </a:lvl3pPr>
            <a:lvl4pPr marL="4937760" indent="0" algn="ctr">
              <a:buNone/>
              <a:defRPr sz="5760"/>
            </a:lvl4pPr>
            <a:lvl5pPr marL="6583680" indent="0" algn="ctr">
              <a:buNone/>
              <a:defRPr sz="5760"/>
            </a:lvl5pPr>
            <a:lvl6pPr marL="8229600" indent="0" algn="ctr">
              <a:buNone/>
              <a:defRPr sz="5760"/>
            </a:lvl6pPr>
            <a:lvl7pPr marL="9875520" indent="0" algn="ctr">
              <a:buNone/>
              <a:defRPr sz="5760"/>
            </a:lvl7pPr>
            <a:lvl8pPr marL="11521440" indent="0" algn="ctr">
              <a:buNone/>
              <a:defRPr sz="5760"/>
            </a:lvl8pPr>
            <a:lvl9pPr marL="13167360" indent="0" algn="ctr">
              <a:buNone/>
              <a:defRPr sz="576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EFBC695-8F5E-40C9-9B0D-93874AA79DA3}"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1A4B5F-87B8-4773-89BB-94FCFD1DEE40}" type="slidenum">
              <a:rPr lang="en-US" smtClean="0"/>
              <a:t>‹#›</a:t>
            </a:fld>
            <a:endParaRPr lang="en-US"/>
          </a:p>
        </p:txBody>
      </p:sp>
    </p:spTree>
    <p:extLst>
      <p:ext uri="{BB962C8B-B14F-4D97-AF65-F5344CB8AC3E}">
        <p14:creationId xmlns:p14="http://schemas.microsoft.com/office/powerpoint/2010/main" val="24984847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EFBC695-8F5E-40C9-9B0D-93874AA79DA3}"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1A4B5F-87B8-4773-89BB-94FCFD1DEE40}" type="slidenum">
              <a:rPr lang="en-US" smtClean="0"/>
              <a:t>‹#›</a:t>
            </a:fld>
            <a:endParaRPr lang="en-US"/>
          </a:p>
        </p:txBody>
      </p:sp>
    </p:spTree>
    <p:extLst>
      <p:ext uri="{BB962C8B-B14F-4D97-AF65-F5344CB8AC3E}">
        <p14:creationId xmlns:p14="http://schemas.microsoft.com/office/powerpoint/2010/main" val="41708627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245997" y="10942333"/>
            <a:ext cx="28392120" cy="18257517"/>
          </a:xfrm>
        </p:spPr>
        <p:txBody>
          <a:bodyPr anchor="b"/>
          <a:lstStyle>
            <a:lvl1pPr>
              <a:defRPr sz="21600"/>
            </a:lvl1pPr>
          </a:lstStyle>
          <a:p>
            <a:r>
              <a:rPr lang="en-US"/>
              <a:t>Click to edit Master title style</a:t>
            </a:r>
            <a:endParaRPr lang="en-US" dirty="0"/>
          </a:p>
        </p:txBody>
      </p:sp>
      <p:sp>
        <p:nvSpPr>
          <p:cNvPr id="3" name="Text Placeholder 2"/>
          <p:cNvSpPr>
            <a:spLocks noGrp="1"/>
          </p:cNvSpPr>
          <p:nvPr>
            <p:ph type="body" idx="1"/>
          </p:nvPr>
        </p:nvSpPr>
        <p:spPr>
          <a:xfrm>
            <a:off x="2245997" y="29372573"/>
            <a:ext cx="28392120" cy="9601197"/>
          </a:xfrm>
        </p:spPr>
        <p:txBody>
          <a:bodyPr/>
          <a:lstStyle>
            <a:lvl1pPr marL="0" indent="0">
              <a:buNone/>
              <a:defRPr sz="8640">
                <a:solidFill>
                  <a:schemeClr val="tx1">
                    <a:tint val="82000"/>
                  </a:schemeClr>
                </a:solidFill>
              </a:defRPr>
            </a:lvl1pPr>
            <a:lvl2pPr marL="1645920" indent="0">
              <a:buNone/>
              <a:defRPr sz="7200">
                <a:solidFill>
                  <a:schemeClr val="tx1">
                    <a:tint val="82000"/>
                  </a:schemeClr>
                </a:solidFill>
              </a:defRPr>
            </a:lvl2pPr>
            <a:lvl3pPr marL="3291840" indent="0">
              <a:buNone/>
              <a:defRPr sz="6480">
                <a:solidFill>
                  <a:schemeClr val="tx1">
                    <a:tint val="82000"/>
                  </a:schemeClr>
                </a:solidFill>
              </a:defRPr>
            </a:lvl3pPr>
            <a:lvl4pPr marL="4937760" indent="0">
              <a:buNone/>
              <a:defRPr sz="5760">
                <a:solidFill>
                  <a:schemeClr val="tx1">
                    <a:tint val="82000"/>
                  </a:schemeClr>
                </a:solidFill>
              </a:defRPr>
            </a:lvl4pPr>
            <a:lvl5pPr marL="6583680" indent="0">
              <a:buNone/>
              <a:defRPr sz="5760">
                <a:solidFill>
                  <a:schemeClr val="tx1">
                    <a:tint val="82000"/>
                  </a:schemeClr>
                </a:solidFill>
              </a:defRPr>
            </a:lvl5pPr>
            <a:lvl6pPr marL="8229600" indent="0">
              <a:buNone/>
              <a:defRPr sz="5760">
                <a:solidFill>
                  <a:schemeClr val="tx1">
                    <a:tint val="82000"/>
                  </a:schemeClr>
                </a:solidFill>
              </a:defRPr>
            </a:lvl6pPr>
            <a:lvl7pPr marL="9875520" indent="0">
              <a:buNone/>
              <a:defRPr sz="5760">
                <a:solidFill>
                  <a:schemeClr val="tx1">
                    <a:tint val="82000"/>
                  </a:schemeClr>
                </a:solidFill>
              </a:defRPr>
            </a:lvl7pPr>
            <a:lvl8pPr marL="11521440" indent="0">
              <a:buNone/>
              <a:defRPr sz="5760">
                <a:solidFill>
                  <a:schemeClr val="tx1">
                    <a:tint val="82000"/>
                  </a:schemeClr>
                </a:solidFill>
              </a:defRPr>
            </a:lvl8pPr>
            <a:lvl9pPr marL="13167360" indent="0">
              <a:buNone/>
              <a:defRPr sz="576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EFBC695-8F5E-40C9-9B0D-93874AA79DA3}"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1A4B5F-87B8-4773-89BB-94FCFD1DEE40}" type="slidenum">
              <a:rPr lang="en-US" smtClean="0"/>
              <a:t>‹#›</a:t>
            </a:fld>
            <a:endParaRPr lang="en-US"/>
          </a:p>
        </p:txBody>
      </p:sp>
    </p:spTree>
    <p:extLst>
      <p:ext uri="{BB962C8B-B14F-4D97-AF65-F5344CB8AC3E}">
        <p14:creationId xmlns:p14="http://schemas.microsoft.com/office/powerpoint/2010/main" val="3538027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263140" y="11684000"/>
            <a:ext cx="13990320" cy="27848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6664940" y="11684000"/>
            <a:ext cx="13990320" cy="27848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EFBC695-8F5E-40C9-9B0D-93874AA79DA3}" type="datetimeFigureOut">
              <a:rPr lang="en-US" smtClean="0"/>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1A4B5F-87B8-4773-89BB-94FCFD1DEE40}" type="slidenum">
              <a:rPr lang="en-US" smtClean="0"/>
              <a:t>‹#›</a:t>
            </a:fld>
            <a:endParaRPr lang="en-US"/>
          </a:p>
        </p:txBody>
      </p:sp>
    </p:spTree>
    <p:extLst>
      <p:ext uri="{BB962C8B-B14F-4D97-AF65-F5344CB8AC3E}">
        <p14:creationId xmlns:p14="http://schemas.microsoft.com/office/powerpoint/2010/main" val="22227229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267428" y="2336810"/>
            <a:ext cx="28392120" cy="8483603"/>
          </a:xfrm>
        </p:spPr>
        <p:txBody>
          <a:bodyPr/>
          <a:lstStyle/>
          <a:p>
            <a:r>
              <a:rPr lang="en-US"/>
              <a:t>Click to edit Master title style</a:t>
            </a:r>
            <a:endParaRPr lang="en-US" dirty="0"/>
          </a:p>
        </p:txBody>
      </p:sp>
      <p:sp>
        <p:nvSpPr>
          <p:cNvPr id="3" name="Text Placeholder 2"/>
          <p:cNvSpPr>
            <a:spLocks noGrp="1"/>
          </p:cNvSpPr>
          <p:nvPr>
            <p:ph type="body" idx="1"/>
          </p:nvPr>
        </p:nvSpPr>
        <p:spPr>
          <a:xfrm>
            <a:off x="2267431" y="10759443"/>
            <a:ext cx="13926024" cy="5273037"/>
          </a:xfrm>
        </p:spPr>
        <p:txBody>
          <a:bodyPr anchor="b"/>
          <a:lstStyle>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a:pPr lvl="0"/>
            <a:r>
              <a:rPr lang="en-US"/>
              <a:t>Click to edit Master text styles</a:t>
            </a:r>
          </a:p>
        </p:txBody>
      </p:sp>
      <p:sp>
        <p:nvSpPr>
          <p:cNvPr id="4" name="Content Placeholder 3"/>
          <p:cNvSpPr>
            <a:spLocks noGrp="1"/>
          </p:cNvSpPr>
          <p:nvPr>
            <p:ph sz="half" idx="2"/>
          </p:nvPr>
        </p:nvSpPr>
        <p:spPr>
          <a:xfrm>
            <a:off x="2267431" y="16032480"/>
            <a:ext cx="13926024" cy="23581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6664942" y="10759443"/>
            <a:ext cx="13994608" cy="5273037"/>
          </a:xfrm>
        </p:spPr>
        <p:txBody>
          <a:bodyPr anchor="b"/>
          <a:lstStyle>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a:pPr lvl="0"/>
            <a:r>
              <a:rPr lang="en-US"/>
              <a:t>Click to edit Master text styles</a:t>
            </a:r>
          </a:p>
        </p:txBody>
      </p:sp>
      <p:sp>
        <p:nvSpPr>
          <p:cNvPr id="6" name="Content Placeholder 5"/>
          <p:cNvSpPr>
            <a:spLocks noGrp="1"/>
          </p:cNvSpPr>
          <p:nvPr>
            <p:ph sz="quarter" idx="4"/>
          </p:nvPr>
        </p:nvSpPr>
        <p:spPr>
          <a:xfrm>
            <a:off x="16664942" y="16032480"/>
            <a:ext cx="13994608" cy="23581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EFBC695-8F5E-40C9-9B0D-93874AA79DA3}" type="datetimeFigureOut">
              <a:rPr lang="en-US" smtClean="0"/>
              <a:t>12/15/2025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31A4B5F-87B8-4773-89BB-94FCFD1DEE40}" type="slidenum">
              <a:rPr lang="en-US" smtClean="0"/>
              <a:t>‹#›</a:t>
            </a:fld>
            <a:endParaRPr lang="en-US"/>
          </a:p>
        </p:txBody>
      </p:sp>
    </p:spTree>
    <p:extLst>
      <p:ext uri="{BB962C8B-B14F-4D97-AF65-F5344CB8AC3E}">
        <p14:creationId xmlns:p14="http://schemas.microsoft.com/office/powerpoint/2010/main" val="25539743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EFBC695-8F5E-40C9-9B0D-93874AA79DA3}" type="datetimeFigureOut">
              <a:rPr lang="en-US" smtClean="0"/>
              <a:t>12/15/2025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31A4B5F-87B8-4773-89BB-94FCFD1DEE40}" type="slidenum">
              <a:rPr lang="en-US" smtClean="0"/>
              <a:t>‹#›</a:t>
            </a:fld>
            <a:endParaRPr lang="en-US"/>
          </a:p>
        </p:txBody>
      </p:sp>
    </p:spTree>
    <p:extLst>
      <p:ext uri="{BB962C8B-B14F-4D97-AF65-F5344CB8AC3E}">
        <p14:creationId xmlns:p14="http://schemas.microsoft.com/office/powerpoint/2010/main" val="8777100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EFBC695-8F5E-40C9-9B0D-93874AA79DA3}" type="datetimeFigureOut">
              <a:rPr lang="en-US" smtClean="0"/>
              <a:t>12/15/2025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31A4B5F-87B8-4773-89BB-94FCFD1DEE40}" type="slidenum">
              <a:rPr lang="en-US" smtClean="0"/>
              <a:t>‹#›</a:t>
            </a:fld>
            <a:endParaRPr lang="en-US"/>
          </a:p>
        </p:txBody>
      </p:sp>
    </p:spTree>
    <p:extLst>
      <p:ext uri="{BB962C8B-B14F-4D97-AF65-F5344CB8AC3E}">
        <p14:creationId xmlns:p14="http://schemas.microsoft.com/office/powerpoint/2010/main" val="1654974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67428" y="2926080"/>
            <a:ext cx="10617041" cy="10241280"/>
          </a:xfrm>
        </p:spPr>
        <p:txBody>
          <a:bodyPr anchor="b"/>
          <a:lstStyle>
            <a:lvl1pPr>
              <a:defRPr sz="11520"/>
            </a:lvl1pPr>
          </a:lstStyle>
          <a:p>
            <a:r>
              <a:rPr lang="en-US"/>
              <a:t>Click to edit Master title style</a:t>
            </a:r>
            <a:endParaRPr lang="en-US" dirty="0"/>
          </a:p>
        </p:txBody>
      </p:sp>
      <p:sp>
        <p:nvSpPr>
          <p:cNvPr id="3" name="Content Placeholder 2"/>
          <p:cNvSpPr>
            <a:spLocks noGrp="1"/>
          </p:cNvSpPr>
          <p:nvPr>
            <p:ph idx="1"/>
          </p:nvPr>
        </p:nvSpPr>
        <p:spPr>
          <a:xfrm>
            <a:off x="13994608" y="6319530"/>
            <a:ext cx="16664940" cy="31191200"/>
          </a:xfrm>
        </p:spPr>
        <p:txBody>
          <a:bodyPr/>
          <a:lstStyle>
            <a:lvl1pPr>
              <a:defRPr sz="11520"/>
            </a:lvl1pPr>
            <a:lvl2pPr>
              <a:defRPr sz="10080"/>
            </a:lvl2pPr>
            <a:lvl3pPr>
              <a:defRPr sz="8640"/>
            </a:lvl3pPr>
            <a:lvl4pPr>
              <a:defRPr sz="7200"/>
            </a:lvl4pPr>
            <a:lvl5pPr>
              <a:defRPr sz="7200"/>
            </a:lvl5pPr>
            <a:lvl6pPr>
              <a:defRPr sz="7200"/>
            </a:lvl6pPr>
            <a:lvl7pPr>
              <a:defRPr sz="7200"/>
            </a:lvl7pPr>
            <a:lvl8pPr>
              <a:defRPr sz="7200"/>
            </a:lvl8pPr>
            <a:lvl9pPr>
              <a:defRPr sz="7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267428" y="13167360"/>
            <a:ext cx="10617041" cy="24394163"/>
          </a:xfrm>
        </p:spPr>
        <p:txBody>
          <a:bodyPr/>
          <a:lstStyle>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a:pPr lvl="0"/>
            <a:r>
              <a:rPr lang="en-US"/>
              <a:t>Click to edit Master text styles</a:t>
            </a:r>
          </a:p>
        </p:txBody>
      </p:sp>
      <p:sp>
        <p:nvSpPr>
          <p:cNvPr id="5" name="Date Placeholder 4"/>
          <p:cNvSpPr>
            <a:spLocks noGrp="1"/>
          </p:cNvSpPr>
          <p:nvPr>
            <p:ph type="dt" sz="half" idx="10"/>
          </p:nvPr>
        </p:nvSpPr>
        <p:spPr/>
        <p:txBody>
          <a:bodyPr/>
          <a:lstStyle/>
          <a:p>
            <a:fld id="{AEFBC695-8F5E-40C9-9B0D-93874AA79DA3}" type="datetimeFigureOut">
              <a:rPr lang="en-US" smtClean="0"/>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1A4B5F-87B8-4773-89BB-94FCFD1DEE40}" type="slidenum">
              <a:rPr lang="en-US" smtClean="0"/>
              <a:t>‹#›</a:t>
            </a:fld>
            <a:endParaRPr lang="en-US"/>
          </a:p>
        </p:txBody>
      </p:sp>
    </p:spTree>
    <p:extLst>
      <p:ext uri="{BB962C8B-B14F-4D97-AF65-F5344CB8AC3E}">
        <p14:creationId xmlns:p14="http://schemas.microsoft.com/office/powerpoint/2010/main" val="18560094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67428" y="2926080"/>
            <a:ext cx="10617041" cy="10241280"/>
          </a:xfrm>
        </p:spPr>
        <p:txBody>
          <a:bodyPr anchor="b"/>
          <a:lstStyle>
            <a:lvl1pPr>
              <a:defRPr sz="1152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994608" y="6319530"/>
            <a:ext cx="16664940" cy="31191200"/>
          </a:xfrm>
        </p:spPr>
        <p:txBody>
          <a:bodyPr anchor="t"/>
          <a:lstStyle>
            <a:lvl1pPr marL="0" indent="0">
              <a:buNone/>
              <a:defRPr sz="11520"/>
            </a:lvl1pPr>
            <a:lvl2pPr marL="1645920" indent="0">
              <a:buNone/>
              <a:defRPr sz="10080"/>
            </a:lvl2pPr>
            <a:lvl3pPr marL="3291840" indent="0">
              <a:buNone/>
              <a:defRPr sz="8640"/>
            </a:lvl3pPr>
            <a:lvl4pPr marL="4937760" indent="0">
              <a:buNone/>
              <a:defRPr sz="7200"/>
            </a:lvl4pPr>
            <a:lvl5pPr marL="6583680" indent="0">
              <a:buNone/>
              <a:defRPr sz="7200"/>
            </a:lvl5pPr>
            <a:lvl6pPr marL="8229600" indent="0">
              <a:buNone/>
              <a:defRPr sz="7200"/>
            </a:lvl6pPr>
            <a:lvl7pPr marL="9875520" indent="0">
              <a:buNone/>
              <a:defRPr sz="7200"/>
            </a:lvl7pPr>
            <a:lvl8pPr marL="11521440" indent="0">
              <a:buNone/>
              <a:defRPr sz="7200"/>
            </a:lvl8pPr>
            <a:lvl9pPr marL="13167360" indent="0">
              <a:buNone/>
              <a:defRPr sz="7200"/>
            </a:lvl9pPr>
          </a:lstStyle>
          <a:p>
            <a:r>
              <a:rPr lang="en-US"/>
              <a:t>Click icon to add picture</a:t>
            </a:r>
            <a:endParaRPr lang="en-US" dirty="0"/>
          </a:p>
        </p:txBody>
      </p:sp>
      <p:sp>
        <p:nvSpPr>
          <p:cNvPr id="4" name="Text Placeholder 3"/>
          <p:cNvSpPr>
            <a:spLocks noGrp="1"/>
          </p:cNvSpPr>
          <p:nvPr>
            <p:ph type="body" sz="half" idx="2"/>
          </p:nvPr>
        </p:nvSpPr>
        <p:spPr>
          <a:xfrm>
            <a:off x="2267428" y="13167360"/>
            <a:ext cx="10617041" cy="24394163"/>
          </a:xfrm>
        </p:spPr>
        <p:txBody>
          <a:bodyPr/>
          <a:lstStyle>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a:pPr lvl="0"/>
            <a:r>
              <a:rPr lang="en-US"/>
              <a:t>Click to edit Master text styles</a:t>
            </a:r>
          </a:p>
        </p:txBody>
      </p:sp>
      <p:sp>
        <p:nvSpPr>
          <p:cNvPr id="5" name="Date Placeholder 4"/>
          <p:cNvSpPr>
            <a:spLocks noGrp="1"/>
          </p:cNvSpPr>
          <p:nvPr>
            <p:ph type="dt" sz="half" idx="10"/>
          </p:nvPr>
        </p:nvSpPr>
        <p:spPr/>
        <p:txBody>
          <a:bodyPr/>
          <a:lstStyle/>
          <a:p>
            <a:fld id="{AEFBC695-8F5E-40C9-9B0D-93874AA79DA3}" type="datetimeFigureOut">
              <a:rPr lang="en-US" smtClean="0"/>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1A4B5F-87B8-4773-89BB-94FCFD1DEE40}" type="slidenum">
              <a:rPr lang="en-US" smtClean="0"/>
              <a:t>‹#›</a:t>
            </a:fld>
            <a:endParaRPr lang="en-US"/>
          </a:p>
        </p:txBody>
      </p:sp>
    </p:spTree>
    <p:extLst>
      <p:ext uri="{BB962C8B-B14F-4D97-AF65-F5344CB8AC3E}">
        <p14:creationId xmlns:p14="http://schemas.microsoft.com/office/powerpoint/2010/main" val="29397666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EFBC695-8F5E-40C9-9B0D-93874AA79DA3}"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1A4B5F-87B8-4773-89BB-94FCFD1DEE40}" type="slidenum">
              <a:rPr lang="en-US" smtClean="0"/>
              <a:t>‹#›</a:t>
            </a:fld>
            <a:endParaRPr lang="en-US"/>
          </a:p>
        </p:txBody>
      </p:sp>
    </p:spTree>
    <p:extLst>
      <p:ext uri="{BB962C8B-B14F-4D97-AF65-F5344CB8AC3E}">
        <p14:creationId xmlns:p14="http://schemas.microsoft.com/office/powerpoint/2010/main" val="19542911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3557232" y="2336800"/>
            <a:ext cx="7098030" cy="3719576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63142" y="2336800"/>
            <a:ext cx="20882610" cy="371957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EFBC695-8F5E-40C9-9B0D-93874AA79DA3}"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1A4B5F-87B8-4773-89BB-94FCFD1DEE40}" type="slidenum">
              <a:rPr lang="en-US" smtClean="0"/>
              <a:t>‹#›</a:t>
            </a:fld>
            <a:endParaRPr lang="en-US"/>
          </a:p>
        </p:txBody>
      </p:sp>
    </p:spTree>
    <p:extLst>
      <p:ext uri="{BB962C8B-B14F-4D97-AF65-F5344CB8AC3E}">
        <p14:creationId xmlns:p14="http://schemas.microsoft.com/office/powerpoint/2010/main" val="35480031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63140" y="2336810"/>
            <a:ext cx="28392120" cy="848360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63140" y="11684000"/>
            <a:ext cx="28392120" cy="278485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263140" y="40680650"/>
            <a:ext cx="7406640" cy="2336800"/>
          </a:xfrm>
          <a:prstGeom prst="rect">
            <a:avLst/>
          </a:prstGeom>
        </p:spPr>
        <p:txBody>
          <a:bodyPr vert="horz" lIns="91440" tIns="45720" rIns="91440" bIns="45720" rtlCol="0" anchor="ctr"/>
          <a:lstStyle>
            <a:lvl1pPr algn="l">
              <a:defRPr sz="4320">
                <a:solidFill>
                  <a:schemeClr val="tx1">
                    <a:tint val="82000"/>
                  </a:schemeClr>
                </a:solidFill>
              </a:defRPr>
            </a:lvl1pPr>
          </a:lstStyle>
          <a:p>
            <a:fld id="{AEFBC695-8F5E-40C9-9B0D-93874AA79DA3}" type="datetimeFigureOut">
              <a:rPr lang="en-US" smtClean="0"/>
              <a:t>12/15/2025</a:t>
            </a:fld>
            <a:endParaRPr lang="en-US"/>
          </a:p>
        </p:txBody>
      </p:sp>
      <p:sp>
        <p:nvSpPr>
          <p:cNvPr id="5" name="Footer Placeholder 4"/>
          <p:cNvSpPr>
            <a:spLocks noGrp="1"/>
          </p:cNvSpPr>
          <p:nvPr>
            <p:ph type="ftr" sz="quarter" idx="3"/>
          </p:nvPr>
        </p:nvSpPr>
        <p:spPr>
          <a:xfrm>
            <a:off x="10904220" y="40680650"/>
            <a:ext cx="11109960" cy="2336800"/>
          </a:xfrm>
          <a:prstGeom prst="rect">
            <a:avLst/>
          </a:prstGeom>
        </p:spPr>
        <p:txBody>
          <a:bodyPr vert="horz" lIns="91440" tIns="45720" rIns="91440" bIns="45720" rtlCol="0" anchor="ctr"/>
          <a:lstStyle>
            <a:lvl1pPr algn="ctr">
              <a:defRPr sz="432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23248620" y="40680650"/>
            <a:ext cx="7406640" cy="2336800"/>
          </a:xfrm>
          <a:prstGeom prst="rect">
            <a:avLst/>
          </a:prstGeom>
        </p:spPr>
        <p:txBody>
          <a:bodyPr vert="horz" lIns="91440" tIns="45720" rIns="91440" bIns="45720" rtlCol="0" anchor="ctr"/>
          <a:lstStyle>
            <a:lvl1pPr algn="r">
              <a:defRPr sz="4320">
                <a:solidFill>
                  <a:schemeClr val="tx1">
                    <a:tint val="82000"/>
                  </a:schemeClr>
                </a:solidFill>
              </a:defRPr>
            </a:lvl1pPr>
          </a:lstStyle>
          <a:p>
            <a:fld id="{931A4B5F-87B8-4773-89BB-94FCFD1DEE40}" type="slidenum">
              <a:rPr lang="en-US" smtClean="0"/>
              <a:t>‹#›</a:t>
            </a:fld>
            <a:endParaRPr lang="en-US"/>
          </a:p>
        </p:txBody>
      </p:sp>
    </p:spTree>
    <p:extLst>
      <p:ext uri="{BB962C8B-B14F-4D97-AF65-F5344CB8AC3E}">
        <p14:creationId xmlns:p14="http://schemas.microsoft.com/office/powerpoint/2010/main" val="117291192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3291840" rtl="0" eaLnBrk="1" latinLnBrk="0" hangingPunct="1">
        <a:lnSpc>
          <a:spcPct val="90000"/>
        </a:lnSpc>
        <a:spcBef>
          <a:spcPct val="0"/>
        </a:spcBef>
        <a:buNone/>
        <a:defRPr sz="15840" kern="1200">
          <a:solidFill>
            <a:schemeClr val="tx1"/>
          </a:solidFill>
          <a:latin typeface="+mj-lt"/>
          <a:ea typeface="+mj-ea"/>
          <a:cs typeface="+mj-cs"/>
        </a:defRPr>
      </a:lvl1pPr>
    </p:titleStyle>
    <p:bodyStyle>
      <a:lvl1pPr marL="822960" indent="-822960" algn="l" defTabSz="3291840" rtl="0" eaLnBrk="1" latinLnBrk="0" hangingPunct="1">
        <a:lnSpc>
          <a:spcPct val="90000"/>
        </a:lnSpc>
        <a:spcBef>
          <a:spcPts val="3600"/>
        </a:spcBef>
        <a:buFont typeface="Arial" panose="020B0604020202020204" pitchFamily="34" charset="0"/>
        <a:buChar char="•"/>
        <a:defRPr sz="10080" kern="1200">
          <a:solidFill>
            <a:schemeClr val="tx1"/>
          </a:solidFill>
          <a:latin typeface="+mn-lt"/>
          <a:ea typeface="+mn-ea"/>
          <a:cs typeface="+mn-cs"/>
        </a:defRPr>
      </a:lvl1pPr>
      <a:lvl2pPr marL="2468880" indent="-822960" algn="l" defTabSz="3291840" rtl="0" eaLnBrk="1" latinLnBrk="0" hangingPunct="1">
        <a:lnSpc>
          <a:spcPct val="90000"/>
        </a:lnSpc>
        <a:spcBef>
          <a:spcPts val="1800"/>
        </a:spcBef>
        <a:buFont typeface="Arial" panose="020B0604020202020204" pitchFamily="34" charset="0"/>
        <a:buChar char="•"/>
        <a:defRPr sz="8640" kern="1200">
          <a:solidFill>
            <a:schemeClr val="tx1"/>
          </a:solidFill>
          <a:latin typeface="+mn-lt"/>
          <a:ea typeface="+mn-ea"/>
          <a:cs typeface="+mn-cs"/>
        </a:defRPr>
      </a:lvl2pPr>
      <a:lvl3pPr marL="4114800" indent="-822960" algn="l" defTabSz="3291840" rtl="0" eaLnBrk="1" latinLnBrk="0" hangingPunct="1">
        <a:lnSpc>
          <a:spcPct val="90000"/>
        </a:lnSpc>
        <a:spcBef>
          <a:spcPts val="1800"/>
        </a:spcBef>
        <a:buFont typeface="Arial" panose="020B0604020202020204" pitchFamily="34" charset="0"/>
        <a:buChar char="•"/>
        <a:defRPr sz="7200" kern="1200">
          <a:solidFill>
            <a:schemeClr val="tx1"/>
          </a:solidFill>
          <a:latin typeface="+mn-lt"/>
          <a:ea typeface="+mn-ea"/>
          <a:cs typeface="+mn-cs"/>
        </a:defRPr>
      </a:lvl3pPr>
      <a:lvl4pPr marL="576072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4pPr>
      <a:lvl5pPr marL="740664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5pPr>
      <a:lvl6pPr marL="905256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6pPr>
      <a:lvl7pPr marL="1069848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7pPr>
      <a:lvl8pPr marL="1234440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8pPr>
      <a:lvl9pPr marL="1399032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9pPr>
    </p:bodyStyle>
    <p:otherStyle>
      <a:defPPr>
        <a:defRPr lang="en-US"/>
      </a:defPPr>
      <a:lvl1pPr marL="0" algn="l" defTabSz="3291840" rtl="0" eaLnBrk="1" latinLnBrk="0" hangingPunct="1">
        <a:defRPr sz="6480" kern="1200">
          <a:solidFill>
            <a:schemeClr val="tx1"/>
          </a:solidFill>
          <a:latin typeface="+mn-lt"/>
          <a:ea typeface="+mn-ea"/>
          <a:cs typeface="+mn-cs"/>
        </a:defRPr>
      </a:lvl1pPr>
      <a:lvl2pPr marL="1645920" algn="l" defTabSz="3291840" rtl="0" eaLnBrk="1" latinLnBrk="0" hangingPunct="1">
        <a:defRPr sz="6480" kern="1200">
          <a:solidFill>
            <a:schemeClr val="tx1"/>
          </a:solidFill>
          <a:latin typeface="+mn-lt"/>
          <a:ea typeface="+mn-ea"/>
          <a:cs typeface="+mn-cs"/>
        </a:defRPr>
      </a:lvl2pPr>
      <a:lvl3pPr marL="3291840" algn="l" defTabSz="3291840" rtl="0" eaLnBrk="1" latinLnBrk="0" hangingPunct="1">
        <a:defRPr sz="6480" kern="1200">
          <a:solidFill>
            <a:schemeClr val="tx1"/>
          </a:solidFill>
          <a:latin typeface="+mn-lt"/>
          <a:ea typeface="+mn-ea"/>
          <a:cs typeface="+mn-cs"/>
        </a:defRPr>
      </a:lvl3pPr>
      <a:lvl4pPr marL="4937760" algn="l" defTabSz="3291840" rtl="0" eaLnBrk="1" latinLnBrk="0" hangingPunct="1">
        <a:defRPr sz="6480" kern="1200">
          <a:solidFill>
            <a:schemeClr val="tx1"/>
          </a:solidFill>
          <a:latin typeface="+mn-lt"/>
          <a:ea typeface="+mn-ea"/>
          <a:cs typeface="+mn-cs"/>
        </a:defRPr>
      </a:lvl4pPr>
      <a:lvl5pPr marL="6583680" algn="l" defTabSz="3291840" rtl="0" eaLnBrk="1" latinLnBrk="0" hangingPunct="1">
        <a:defRPr sz="6480" kern="1200">
          <a:solidFill>
            <a:schemeClr val="tx1"/>
          </a:solidFill>
          <a:latin typeface="+mn-lt"/>
          <a:ea typeface="+mn-ea"/>
          <a:cs typeface="+mn-cs"/>
        </a:defRPr>
      </a:lvl5pPr>
      <a:lvl6pPr marL="8229600" algn="l" defTabSz="3291840" rtl="0" eaLnBrk="1" latinLnBrk="0" hangingPunct="1">
        <a:defRPr sz="6480" kern="1200">
          <a:solidFill>
            <a:schemeClr val="tx1"/>
          </a:solidFill>
          <a:latin typeface="+mn-lt"/>
          <a:ea typeface="+mn-ea"/>
          <a:cs typeface="+mn-cs"/>
        </a:defRPr>
      </a:lvl6pPr>
      <a:lvl7pPr marL="9875520" algn="l" defTabSz="3291840" rtl="0" eaLnBrk="1" latinLnBrk="0" hangingPunct="1">
        <a:defRPr sz="6480" kern="1200">
          <a:solidFill>
            <a:schemeClr val="tx1"/>
          </a:solidFill>
          <a:latin typeface="+mn-lt"/>
          <a:ea typeface="+mn-ea"/>
          <a:cs typeface="+mn-cs"/>
        </a:defRPr>
      </a:lvl7pPr>
      <a:lvl8pPr marL="11521440" algn="l" defTabSz="3291840" rtl="0" eaLnBrk="1" latinLnBrk="0" hangingPunct="1">
        <a:defRPr sz="6480" kern="1200">
          <a:solidFill>
            <a:schemeClr val="tx1"/>
          </a:solidFill>
          <a:latin typeface="+mn-lt"/>
          <a:ea typeface="+mn-ea"/>
          <a:cs typeface="+mn-cs"/>
        </a:defRPr>
      </a:lvl8pPr>
      <a:lvl9pPr marL="13167360" algn="l" defTabSz="3291840" rtl="0" eaLnBrk="1" latinLnBrk="0" hangingPunct="1">
        <a:defRPr sz="64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19" Type="http://schemas.openxmlformats.org/officeDocument/2006/relationships/image" Target="../media/image16.jp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C0AC743-0DE0-291C-B90C-4798C23981EE}"/>
              </a:ext>
            </a:extLst>
          </p:cNvPr>
          <p:cNvSpPr/>
          <p:nvPr/>
        </p:nvSpPr>
        <p:spPr>
          <a:xfrm>
            <a:off x="1354667" y="16161238"/>
            <a:ext cx="14421031" cy="834129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a:extLst>
              <a:ext uri="{FF2B5EF4-FFF2-40B4-BE49-F238E27FC236}">
                <a16:creationId xmlns:a16="http://schemas.microsoft.com/office/drawing/2014/main" id="{0A296E5D-8FA3-5A33-A2BF-047B10F62EB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5007" t="15236" r="34294" b="20510"/>
          <a:stretch>
            <a:fillRect/>
          </a:stretch>
        </p:blipFill>
        <p:spPr bwMode="auto">
          <a:xfrm>
            <a:off x="0" y="-92050"/>
            <a:ext cx="32918400" cy="4398325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F9CDE5C5-9C40-1EF1-70B5-CD836CF9F440}"/>
              </a:ext>
            </a:extLst>
          </p:cNvPr>
          <p:cNvSpPr/>
          <p:nvPr/>
        </p:nvSpPr>
        <p:spPr>
          <a:xfrm>
            <a:off x="0" y="1173480"/>
            <a:ext cx="32918400" cy="4708981"/>
          </a:xfrm>
          <a:prstGeom prst="rect">
            <a:avLst/>
          </a:prstGeom>
          <a:noFill/>
        </p:spPr>
        <p:txBody>
          <a:bodyPr wrap="square" lIns="91440" tIns="45720" rIns="91440" bIns="45720">
            <a:spAutoFit/>
          </a:bodyPr>
          <a:lstStyle/>
          <a:p>
            <a:pPr algn="ctr"/>
            <a:r>
              <a:rPr lang="en-US" sz="15000" b="1" cap="none" spc="0" dirty="0">
                <a:ln w="0"/>
                <a:solidFill>
                  <a:schemeClr val="bg1"/>
                </a:solidFill>
                <a:effectLst>
                  <a:outerShdw blurRad="38100" dist="19050" dir="2700000" algn="tl" rotWithShape="0">
                    <a:schemeClr val="dk1">
                      <a:alpha val="40000"/>
                    </a:schemeClr>
                  </a:outerShdw>
                </a:effectLst>
                <a:latin typeface="Agency FB" panose="020B0503020202020204" pitchFamily="34" charset="0"/>
              </a:rPr>
              <a:t>Using a Different Tracer to Measure Outflow Angles of Forming Stars</a:t>
            </a:r>
          </a:p>
        </p:txBody>
      </p:sp>
      <p:sp>
        <p:nvSpPr>
          <p:cNvPr id="5" name="TextBox 4">
            <a:extLst>
              <a:ext uri="{FF2B5EF4-FFF2-40B4-BE49-F238E27FC236}">
                <a16:creationId xmlns:a16="http://schemas.microsoft.com/office/drawing/2014/main" id="{99F1F313-43F1-8F5B-0DFE-F9E1C76784A4}"/>
              </a:ext>
            </a:extLst>
          </p:cNvPr>
          <p:cNvSpPr txBox="1"/>
          <p:nvPr/>
        </p:nvSpPr>
        <p:spPr>
          <a:xfrm>
            <a:off x="1200493" y="7167425"/>
            <a:ext cx="30517414" cy="8556188"/>
          </a:xfrm>
          <a:prstGeom prst="rect">
            <a:avLst/>
          </a:prstGeom>
          <a:solidFill>
            <a:srgbClr val="000000">
              <a:alpha val="58039"/>
            </a:srgbClr>
          </a:solidFill>
          <a:ln w="76200">
            <a:solidFill>
              <a:schemeClr val="bg1"/>
            </a:solidFill>
          </a:ln>
        </p:spPr>
        <p:txBody>
          <a:bodyPr wrap="square" rtlCol="0">
            <a:spAutoFit/>
          </a:bodyPr>
          <a:lstStyle/>
          <a:p>
            <a:r>
              <a:rPr lang="en-US" sz="5000" b="1" dirty="0">
                <a:solidFill>
                  <a:schemeClr val="bg1"/>
                </a:solidFill>
              </a:rPr>
              <a:t>One major question that remains unanswered about stars is how exactly they gain their mass. If the stellar initial mass function (IMF) is inherited from the dense core mass function (CMF), as has been posited in the literature, around two thirds of the initial dense core mass must be ejected during the star formation process. Molecular outflows are suggested to be the agent that removes this mass, although it remains unclear if these bipolar outflows are capable of removing such a large fraction of the initial mass of the core. To investigate this, we look at the evolution of the opening angles outflows with time to see if the angles become wide enough to remove two thirds of the mass. While </a:t>
            </a:r>
            <a:r>
              <a:rPr lang="en-US" sz="5000" b="1" baseline="30000" dirty="0">
                <a:solidFill>
                  <a:schemeClr val="bg1"/>
                </a:solidFill>
              </a:rPr>
              <a:t>12</a:t>
            </a:r>
            <a:r>
              <a:rPr lang="en-US" sz="5000" b="1" dirty="0">
                <a:solidFill>
                  <a:schemeClr val="bg1"/>
                </a:solidFill>
              </a:rPr>
              <a:t>CO is typically used to image outflows since it is relatively abundant and as a result less challenging to observe, this research proposes that a different </a:t>
            </a:r>
            <a:r>
              <a:rPr lang="en-US" sz="5000" b="1" dirty="0" err="1">
                <a:solidFill>
                  <a:schemeClr val="bg1"/>
                </a:solidFill>
              </a:rPr>
              <a:t>isotopologue</a:t>
            </a:r>
            <a:r>
              <a:rPr lang="en-US" sz="5000" b="1" dirty="0">
                <a:solidFill>
                  <a:schemeClr val="bg1"/>
                </a:solidFill>
              </a:rPr>
              <a:t> of CO, </a:t>
            </a:r>
            <a:r>
              <a:rPr lang="en-US" sz="5000" b="1" baseline="30000" dirty="0">
                <a:solidFill>
                  <a:schemeClr val="bg1"/>
                </a:solidFill>
              </a:rPr>
              <a:t>13</a:t>
            </a:r>
            <a:r>
              <a:rPr lang="en-US" sz="5000" b="1" dirty="0">
                <a:solidFill>
                  <a:schemeClr val="bg1"/>
                </a:solidFill>
              </a:rPr>
              <a:t>CO, provides a more accurate measurement of the full widths of outflows. While </a:t>
            </a:r>
            <a:r>
              <a:rPr lang="en-US" sz="5000" b="1" baseline="30000" dirty="0">
                <a:solidFill>
                  <a:schemeClr val="bg1"/>
                </a:solidFill>
              </a:rPr>
              <a:t>13</a:t>
            </a:r>
            <a:r>
              <a:rPr lang="en-US" sz="5000" b="1" dirty="0">
                <a:solidFill>
                  <a:schemeClr val="bg1"/>
                </a:solidFill>
              </a:rPr>
              <a:t>CO is much harder to observe than the standard </a:t>
            </a:r>
            <a:r>
              <a:rPr lang="en-US" sz="5000" b="1" baseline="30000" dirty="0">
                <a:solidFill>
                  <a:schemeClr val="bg1"/>
                </a:solidFill>
              </a:rPr>
              <a:t>12</a:t>
            </a:r>
            <a:r>
              <a:rPr lang="en-US" sz="5000" b="1" dirty="0">
                <a:solidFill>
                  <a:schemeClr val="bg1"/>
                </a:solidFill>
              </a:rPr>
              <a:t>CO due to it being approximately two orders of magnitude less abundant, we show that it provides a more accurate result.</a:t>
            </a:r>
          </a:p>
        </p:txBody>
      </p:sp>
      <p:pic>
        <p:nvPicPr>
          <p:cNvPr id="7" name="Picture 6" descr="A graph of a function&#10;&#10;AI-generated content may be incorrect.">
            <a:extLst>
              <a:ext uri="{FF2B5EF4-FFF2-40B4-BE49-F238E27FC236}">
                <a16:creationId xmlns:a16="http://schemas.microsoft.com/office/drawing/2014/main" id="{64D4D808-B134-4A85-91CA-879E927738E6}"/>
              </a:ext>
            </a:extLst>
          </p:cNvPr>
          <p:cNvPicPr>
            <a:picLocks noChangeAspect="1"/>
          </p:cNvPicPr>
          <p:nvPr/>
        </p:nvPicPr>
        <p:blipFill>
          <a:blip r:embed="rId4">
            <a:extLst>
              <a:ext uri="{28A0092B-C50C-407E-A947-70E740481C1C}">
                <a14:useLocalDpi xmlns:a14="http://schemas.microsoft.com/office/drawing/2010/main" val="0"/>
              </a:ext>
            </a:extLst>
          </a:blip>
          <a:srcRect l="60891" t="4203" r="10740" b="10692"/>
          <a:stretch>
            <a:fillRect/>
          </a:stretch>
        </p:blipFill>
        <p:spPr>
          <a:xfrm>
            <a:off x="1473200" y="17345778"/>
            <a:ext cx="7073153" cy="7073152"/>
          </a:xfrm>
          <a:prstGeom prst="rect">
            <a:avLst/>
          </a:prstGeom>
          <a:ln w="76200">
            <a:solidFill>
              <a:schemeClr val="bg1"/>
            </a:solidFill>
          </a:ln>
        </p:spPr>
      </p:pic>
      <p:sp>
        <p:nvSpPr>
          <p:cNvPr id="8" name="TextBox 7">
            <a:extLst>
              <a:ext uri="{FF2B5EF4-FFF2-40B4-BE49-F238E27FC236}">
                <a16:creationId xmlns:a16="http://schemas.microsoft.com/office/drawing/2014/main" id="{F8101D56-B95C-182B-5C7F-4860376318D0}"/>
              </a:ext>
            </a:extLst>
          </p:cNvPr>
          <p:cNvSpPr txBox="1"/>
          <p:nvPr/>
        </p:nvSpPr>
        <p:spPr>
          <a:xfrm>
            <a:off x="1467882" y="17368659"/>
            <a:ext cx="2097497" cy="1169551"/>
          </a:xfrm>
          <a:prstGeom prst="rect">
            <a:avLst/>
          </a:prstGeom>
          <a:noFill/>
        </p:spPr>
        <p:txBody>
          <a:bodyPr wrap="none" rtlCol="0">
            <a:spAutoFit/>
          </a:bodyPr>
          <a:lstStyle/>
          <a:p>
            <a:r>
              <a:rPr lang="en-US" sz="7000" baseline="30000" dirty="0">
                <a:solidFill>
                  <a:schemeClr val="bg1"/>
                </a:solidFill>
              </a:rPr>
              <a:t>13</a:t>
            </a:r>
            <a:r>
              <a:rPr lang="en-US" sz="7000" dirty="0">
                <a:solidFill>
                  <a:schemeClr val="bg1"/>
                </a:solidFill>
              </a:rPr>
              <a:t>CO</a:t>
            </a:r>
          </a:p>
        </p:txBody>
      </p:sp>
      <p:pic>
        <p:nvPicPr>
          <p:cNvPr id="10" name="Picture 9" descr="A graph and diagram of a graph&#10;&#10;AI-generated content may be incorrect.">
            <a:extLst>
              <a:ext uri="{FF2B5EF4-FFF2-40B4-BE49-F238E27FC236}">
                <a16:creationId xmlns:a16="http://schemas.microsoft.com/office/drawing/2014/main" id="{7D493C0E-6DFC-08C3-2C64-9CA370EFE87F}"/>
              </a:ext>
            </a:extLst>
          </p:cNvPr>
          <p:cNvPicPr>
            <a:picLocks noChangeAspect="1"/>
          </p:cNvPicPr>
          <p:nvPr/>
        </p:nvPicPr>
        <p:blipFill>
          <a:blip r:embed="rId5">
            <a:extLst>
              <a:ext uri="{28A0092B-C50C-407E-A947-70E740481C1C}">
                <a14:useLocalDpi xmlns:a14="http://schemas.microsoft.com/office/drawing/2010/main" val="0"/>
              </a:ext>
            </a:extLst>
          </a:blip>
          <a:srcRect l="60820" t="4077" r="10644" b="10656"/>
          <a:stretch>
            <a:fillRect/>
          </a:stretch>
        </p:blipFill>
        <p:spPr>
          <a:xfrm>
            <a:off x="8574531" y="17345779"/>
            <a:ext cx="7101331" cy="7073151"/>
          </a:xfrm>
          <a:prstGeom prst="rect">
            <a:avLst/>
          </a:prstGeom>
          <a:ln w="76200">
            <a:solidFill>
              <a:schemeClr val="bg1"/>
            </a:solidFill>
          </a:ln>
        </p:spPr>
      </p:pic>
      <p:sp>
        <p:nvSpPr>
          <p:cNvPr id="13" name="TextBox 12">
            <a:extLst>
              <a:ext uri="{FF2B5EF4-FFF2-40B4-BE49-F238E27FC236}">
                <a16:creationId xmlns:a16="http://schemas.microsoft.com/office/drawing/2014/main" id="{28BFB437-5E72-70D8-3C4F-24177A48EE36}"/>
              </a:ext>
            </a:extLst>
          </p:cNvPr>
          <p:cNvSpPr txBox="1"/>
          <p:nvPr/>
        </p:nvSpPr>
        <p:spPr>
          <a:xfrm>
            <a:off x="8574531" y="17352997"/>
            <a:ext cx="2097497" cy="1169551"/>
          </a:xfrm>
          <a:prstGeom prst="rect">
            <a:avLst/>
          </a:prstGeom>
          <a:noFill/>
        </p:spPr>
        <p:txBody>
          <a:bodyPr wrap="none" rtlCol="0">
            <a:spAutoFit/>
          </a:bodyPr>
          <a:lstStyle/>
          <a:p>
            <a:r>
              <a:rPr lang="en-US" sz="7000" baseline="30000" dirty="0">
                <a:solidFill>
                  <a:schemeClr val="bg1"/>
                </a:solidFill>
              </a:rPr>
              <a:t>12</a:t>
            </a:r>
            <a:r>
              <a:rPr lang="en-US" sz="7000" dirty="0">
                <a:solidFill>
                  <a:schemeClr val="bg1"/>
                </a:solidFill>
              </a:rPr>
              <a:t>CO</a:t>
            </a:r>
          </a:p>
        </p:txBody>
      </p:sp>
      <p:pic>
        <p:nvPicPr>
          <p:cNvPr id="25" name="Picture 24" descr="A graph and diagram of a person&#10;&#10;AI-generated content may be incorrect.">
            <a:extLst>
              <a:ext uri="{FF2B5EF4-FFF2-40B4-BE49-F238E27FC236}">
                <a16:creationId xmlns:a16="http://schemas.microsoft.com/office/drawing/2014/main" id="{1B84F0FD-B10D-9A40-41D8-545D52C1EB6E}"/>
              </a:ext>
            </a:extLst>
          </p:cNvPr>
          <p:cNvPicPr>
            <a:picLocks noChangeAspect="1"/>
          </p:cNvPicPr>
          <p:nvPr/>
        </p:nvPicPr>
        <p:blipFill>
          <a:blip r:embed="rId6">
            <a:extLst>
              <a:ext uri="{28A0092B-C50C-407E-A947-70E740481C1C}">
                <a14:useLocalDpi xmlns:a14="http://schemas.microsoft.com/office/drawing/2010/main" val="0"/>
              </a:ext>
            </a:extLst>
          </a:blip>
          <a:srcRect l="60897" t="5560" r="11441" b="11781"/>
          <a:stretch>
            <a:fillRect/>
          </a:stretch>
        </p:blipFill>
        <p:spPr>
          <a:xfrm>
            <a:off x="1445021" y="25750004"/>
            <a:ext cx="7101332" cy="7073152"/>
          </a:xfrm>
          <a:prstGeom prst="rect">
            <a:avLst/>
          </a:prstGeom>
          <a:ln w="76200">
            <a:solidFill>
              <a:schemeClr val="bg1"/>
            </a:solidFill>
          </a:ln>
        </p:spPr>
      </p:pic>
      <p:pic>
        <p:nvPicPr>
          <p:cNvPr id="27" name="Picture 26" descr="A graph and diagram of a graph&#10;&#10;AI-generated content may be incorrect.">
            <a:extLst>
              <a:ext uri="{FF2B5EF4-FFF2-40B4-BE49-F238E27FC236}">
                <a16:creationId xmlns:a16="http://schemas.microsoft.com/office/drawing/2014/main" id="{3C1E7993-0DB6-938C-A5C9-BDFB283367D8}"/>
              </a:ext>
            </a:extLst>
          </p:cNvPr>
          <p:cNvPicPr>
            <a:picLocks noChangeAspect="1"/>
          </p:cNvPicPr>
          <p:nvPr/>
        </p:nvPicPr>
        <p:blipFill>
          <a:blip r:embed="rId7">
            <a:extLst>
              <a:ext uri="{28A0092B-C50C-407E-A947-70E740481C1C}">
                <a14:useLocalDpi xmlns:a14="http://schemas.microsoft.com/office/drawing/2010/main" val="0"/>
              </a:ext>
            </a:extLst>
          </a:blip>
          <a:srcRect l="60856" t="4217" r="10408" b="9921"/>
          <a:stretch>
            <a:fillRect/>
          </a:stretch>
        </p:blipFill>
        <p:spPr>
          <a:xfrm>
            <a:off x="8574531" y="25750004"/>
            <a:ext cx="7101331" cy="7073150"/>
          </a:xfrm>
          <a:prstGeom prst="rect">
            <a:avLst/>
          </a:prstGeom>
          <a:ln w="76200">
            <a:solidFill>
              <a:schemeClr val="bg1"/>
            </a:solidFill>
          </a:ln>
        </p:spPr>
      </p:pic>
      <p:pic>
        <p:nvPicPr>
          <p:cNvPr id="38" name="Picture 37" descr="A graph and diagram of a graph&#10;&#10;AI-generated content may be incorrect.">
            <a:extLst>
              <a:ext uri="{FF2B5EF4-FFF2-40B4-BE49-F238E27FC236}">
                <a16:creationId xmlns:a16="http://schemas.microsoft.com/office/drawing/2014/main" id="{5C54A1AB-63A9-C0DF-684C-088BDE3DE7AA}"/>
              </a:ext>
            </a:extLst>
          </p:cNvPr>
          <p:cNvPicPr>
            <a:picLocks noChangeAspect="1"/>
          </p:cNvPicPr>
          <p:nvPr/>
        </p:nvPicPr>
        <p:blipFill>
          <a:blip r:embed="rId8">
            <a:extLst>
              <a:ext uri="{28A0092B-C50C-407E-A947-70E740481C1C}">
                <a14:useLocalDpi xmlns:a14="http://schemas.microsoft.com/office/drawing/2010/main" val="0"/>
              </a:ext>
            </a:extLst>
          </a:blip>
          <a:srcRect l="61273" t="5725" r="10669" b="10980"/>
          <a:stretch>
            <a:fillRect/>
          </a:stretch>
        </p:blipFill>
        <p:spPr>
          <a:xfrm>
            <a:off x="8619405" y="34158144"/>
            <a:ext cx="7101330" cy="7026905"/>
          </a:xfrm>
          <a:prstGeom prst="rect">
            <a:avLst/>
          </a:prstGeom>
          <a:ln w="76200">
            <a:solidFill>
              <a:schemeClr val="bg1"/>
            </a:solidFill>
          </a:ln>
        </p:spPr>
      </p:pic>
      <p:pic>
        <p:nvPicPr>
          <p:cNvPr id="40" name="Picture 39" descr="A graph and a diagram&#10;&#10;AI-generated content may be incorrect.">
            <a:extLst>
              <a:ext uri="{FF2B5EF4-FFF2-40B4-BE49-F238E27FC236}">
                <a16:creationId xmlns:a16="http://schemas.microsoft.com/office/drawing/2014/main" id="{C9583C7C-F597-AA9E-0FA4-E4FC8684EF86}"/>
              </a:ext>
            </a:extLst>
          </p:cNvPr>
          <p:cNvPicPr>
            <a:picLocks noChangeAspect="1"/>
          </p:cNvPicPr>
          <p:nvPr/>
        </p:nvPicPr>
        <p:blipFill>
          <a:blip r:embed="rId9">
            <a:extLst>
              <a:ext uri="{28A0092B-C50C-407E-A947-70E740481C1C}">
                <a14:useLocalDpi xmlns:a14="http://schemas.microsoft.com/office/drawing/2010/main" val="0"/>
              </a:ext>
            </a:extLst>
          </a:blip>
          <a:srcRect l="61801" t="6256" r="10548" b="11602"/>
          <a:stretch>
            <a:fillRect/>
          </a:stretch>
        </p:blipFill>
        <p:spPr>
          <a:xfrm>
            <a:off x="1449754" y="34158144"/>
            <a:ext cx="7096599" cy="7026905"/>
          </a:xfrm>
          <a:prstGeom prst="rect">
            <a:avLst/>
          </a:prstGeom>
          <a:ln w="76200">
            <a:solidFill>
              <a:schemeClr val="bg1"/>
            </a:solidFill>
          </a:ln>
        </p:spPr>
      </p:pic>
      <p:sp>
        <p:nvSpPr>
          <p:cNvPr id="42" name="TextBox 41">
            <a:extLst>
              <a:ext uri="{FF2B5EF4-FFF2-40B4-BE49-F238E27FC236}">
                <a16:creationId xmlns:a16="http://schemas.microsoft.com/office/drawing/2014/main" id="{8A6A7739-CDCF-FC41-2483-5B824339EDCB}"/>
              </a:ext>
            </a:extLst>
          </p:cNvPr>
          <p:cNvSpPr txBox="1"/>
          <p:nvPr/>
        </p:nvSpPr>
        <p:spPr>
          <a:xfrm>
            <a:off x="6504829" y="5956300"/>
            <a:ext cx="20115507" cy="1015663"/>
          </a:xfrm>
          <a:prstGeom prst="rect">
            <a:avLst/>
          </a:prstGeom>
          <a:noFill/>
        </p:spPr>
        <p:txBody>
          <a:bodyPr wrap="none" rtlCol="0">
            <a:spAutoFit/>
          </a:bodyPr>
          <a:lstStyle/>
          <a:p>
            <a:pPr algn="ctr"/>
            <a:r>
              <a:rPr lang="en-US" sz="6000" dirty="0">
                <a:solidFill>
                  <a:schemeClr val="bg1"/>
                </a:solidFill>
              </a:rPr>
              <a:t>Wyatt Ulsh (Middlebury College), Michael Dunham (Advisor) </a:t>
            </a:r>
          </a:p>
        </p:txBody>
      </p:sp>
      <p:sp>
        <p:nvSpPr>
          <p:cNvPr id="43" name="TextBox 42">
            <a:extLst>
              <a:ext uri="{FF2B5EF4-FFF2-40B4-BE49-F238E27FC236}">
                <a16:creationId xmlns:a16="http://schemas.microsoft.com/office/drawing/2014/main" id="{81A5FD42-E77D-0510-C991-79D50E7A8699}"/>
              </a:ext>
            </a:extLst>
          </p:cNvPr>
          <p:cNvSpPr txBox="1"/>
          <p:nvPr/>
        </p:nvSpPr>
        <p:spPr>
          <a:xfrm>
            <a:off x="1" y="42012431"/>
            <a:ext cx="32918400" cy="1015663"/>
          </a:xfrm>
          <a:prstGeom prst="rect">
            <a:avLst/>
          </a:prstGeom>
          <a:solidFill>
            <a:schemeClr val="tx2">
              <a:lumMod val="75000"/>
              <a:lumOff val="25000"/>
            </a:schemeClr>
          </a:solidFill>
          <a:ln w="76200">
            <a:solidFill>
              <a:schemeClr val="tx2">
                <a:lumMod val="90000"/>
                <a:lumOff val="10000"/>
              </a:schemeClr>
            </a:solidFill>
          </a:ln>
        </p:spPr>
        <p:txBody>
          <a:bodyPr wrap="square" rtlCol="0">
            <a:spAutoFit/>
          </a:bodyPr>
          <a:lstStyle/>
          <a:p>
            <a:pPr algn="ctr"/>
            <a:r>
              <a:rPr lang="en-US" sz="6000" b="1" dirty="0">
                <a:solidFill>
                  <a:schemeClr val="bg1"/>
                </a:solidFill>
              </a:rPr>
              <a:t>13CO appears to give wider outflow angles; Additional measurements in progress</a:t>
            </a: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8D33AE12-3A95-CBB9-2AD6-FF75001494EC}"/>
                  </a:ext>
                </a:extLst>
              </p:cNvPr>
              <p:cNvSpPr txBox="1"/>
              <p:nvPr/>
            </p:nvSpPr>
            <p:spPr>
              <a:xfrm>
                <a:off x="1473200" y="16256823"/>
                <a:ext cx="14202662" cy="1169551"/>
              </a:xfrm>
              <a:prstGeom prst="rect">
                <a:avLst/>
              </a:prstGeom>
              <a:noFill/>
            </p:spPr>
            <p:txBody>
              <a:bodyPr wrap="square" rtlCol="0">
                <a:spAutoFit/>
              </a:bodyPr>
              <a:lstStyle/>
              <a:p>
                <a:pPr algn="ctr"/>
                <a:r>
                  <a:rPr lang="en-US" sz="7000" dirty="0">
                    <a:solidFill>
                      <a:schemeClr val="bg1"/>
                    </a:solidFill>
                  </a:rPr>
                  <a:t>Per 1: </a:t>
                </a:r>
                <a:r>
                  <a:rPr lang="en-US" sz="7000" baseline="30000" dirty="0">
                    <a:solidFill>
                      <a:schemeClr val="bg1"/>
                    </a:solidFill>
                  </a:rPr>
                  <a:t>13</a:t>
                </a:r>
                <a:r>
                  <a:rPr lang="en-US" sz="7000" dirty="0">
                    <a:solidFill>
                      <a:schemeClr val="bg1"/>
                    </a:solidFill>
                  </a:rPr>
                  <a:t>CO 14</a:t>
                </a:r>
                <a14:m>
                  <m:oMath xmlns:m="http://schemas.openxmlformats.org/officeDocument/2006/math">
                    <m:r>
                      <a:rPr lang="en-US" sz="7000" i="1" smtClean="0">
                        <a:solidFill>
                          <a:schemeClr val="bg1"/>
                        </a:solidFill>
                        <a:latin typeface="Cambria Math" panose="02040503050406030204" pitchFamily="18" charset="0"/>
                        <a:ea typeface="Cambria Math" panose="02040503050406030204" pitchFamily="18" charset="0"/>
                      </a:rPr>
                      <m:t>°</m:t>
                    </m:r>
                  </m:oMath>
                </a14:m>
                <a:r>
                  <a:rPr lang="en-US" sz="7000" dirty="0">
                    <a:solidFill>
                      <a:schemeClr val="bg1"/>
                    </a:solidFill>
                  </a:rPr>
                  <a:t> wider</a:t>
                </a:r>
              </a:p>
            </p:txBody>
          </p:sp>
        </mc:Choice>
        <mc:Fallback xmlns="">
          <p:sp>
            <p:nvSpPr>
              <p:cNvPr id="44" name="TextBox 43">
                <a:extLst>
                  <a:ext uri="{FF2B5EF4-FFF2-40B4-BE49-F238E27FC236}">
                    <a16:creationId xmlns:a16="http://schemas.microsoft.com/office/drawing/2014/main" id="{8D33AE12-3A95-CBB9-2AD6-FF75001494EC}"/>
                  </a:ext>
                </a:extLst>
              </p:cNvPr>
              <p:cNvSpPr txBox="1">
                <a:spLocks noRot="1" noChangeAspect="1" noMove="1" noResize="1" noEditPoints="1" noAdjustHandles="1" noChangeArrowheads="1" noChangeShapeType="1" noTextEdit="1"/>
              </p:cNvSpPr>
              <p:nvPr/>
            </p:nvSpPr>
            <p:spPr>
              <a:xfrm>
                <a:off x="1473200" y="16256823"/>
                <a:ext cx="14202662" cy="1169551"/>
              </a:xfrm>
              <a:prstGeom prst="rect">
                <a:avLst/>
              </a:prstGeom>
              <a:blipFill>
                <a:blip r:embed="rId10"/>
                <a:stretch>
                  <a:fillRect t="-18750" b="-41146"/>
                </a:stretch>
              </a:blipFill>
            </p:spPr>
            <p:txBody>
              <a:bodyPr/>
              <a:lstStyle/>
              <a:p>
                <a:r>
                  <a:rPr lang="en-US">
                    <a:noFill/>
                  </a:rPr>
                  <a:t> </a:t>
                </a:r>
              </a:p>
            </p:txBody>
          </p:sp>
        </mc:Fallback>
      </mc:AlternateContent>
      <p:sp>
        <p:nvSpPr>
          <p:cNvPr id="45" name="TextBox 44">
            <a:extLst>
              <a:ext uri="{FF2B5EF4-FFF2-40B4-BE49-F238E27FC236}">
                <a16:creationId xmlns:a16="http://schemas.microsoft.com/office/drawing/2014/main" id="{09FF2DAD-4B51-CB6C-8F24-D61AEF4E3E57}"/>
              </a:ext>
            </a:extLst>
          </p:cNvPr>
          <p:cNvSpPr txBox="1"/>
          <p:nvPr/>
        </p:nvSpPr>
        <p:spPr>
          <a:xfrm>
            <a:off x="1473200" y="25764555"/>
            <a:ext cx="2097497" cy="1169551"/>
          </a:xfrm>
          <a:prstGeom prst="rect">
            <a:avLst/>
          </a:prstGeom>
          <a:noFill/>
        </p:spPr>
        <p:txBody>
          <a:bodyPr wrap="none" rtlCol="0">
            <a:spAutoFit/>
          </a:bodyPr>
          <a:lstStyle/>
          <a:p>
            <a:r>
              <a:rPr lang="en-US" sz="7000" baseline="30000" dirty="0">
                <a:solidFill>
                  <a:schemeClr val="bg1"/>
                </a:solidFill>
              </a:rPr>
              <a:t>13</a:t>
            </a:r>
            <a:r>
              <a:rPr lang="en-US" sz="7000" dirty="0">
                <a:solidFill>
                  <a:schemeClr val="bg1"/>
                </a:solidFill>
              </a:rPr>
              <a:t>CO</a:t>
            </a:r>
          </a:p>
        </p:txBody>
      </p:sp>
      <p:sp>
        <p:nvSpPr>
          <p:cNvPr id="46" name="TextBox 45">
            <a:extLst>
              <a:ext uri="{FF2B5EF4-FFF2-40B4-BE49-F238E27FC236}">
                <a16:creationId xmlns:a16="http://schemas.microsoft.com/office/drawing/2014/main" id="{4F280A62-81B6-CFFF-F3AA-021D4179C24D}"/>
              </a:ext>
            </a:extLst>
          </p:cNvPr>
          <p:cNvSpPr txBox="1"/>
          <p:nvPr/>
        </p:nvSpPr>
        <p:spPr>
          <a:xfrm>
            <a:off x="8574531" y="25752450"/>
            <a:ext cx="2097497" cy="1169551"/>
          </a:xfrm>
          <a:prstGeom prst="rect">
            <a:avLst/>
          </a:prstGeom>
          <a:noFill/>
        </p:spPr>
        <p:txBody>
          <a:bodyPr wrap="none" rtlCol="0">
            <a:spAutoFit/>
          </a:bodyPr>
          <a:lstStyle/>
          <a:p>
            <a:r>
              <a:rPr lang="en-US" sz="7000" baseline="30000" dirty="0">
                <a:solidFill>
                  <a:schemeClr val="bg1"/>
                </a:solidFill>
              </a:rPr>
              <a:t>12</a:t>
            </a:r>
            <a:r>
              <a:rPr lang="en-US" sz="7000" dirty="0">
                <a:solidFill>
                  <a:schemeClr val="bg1"/>
                </a:solidFill>
              </a:rPr>
              <a:t>CO</a:t>
            </a:r>
          </a:p>
        </p:txBody>
      </p: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C389EAC0-D263-0DC2-54A9-76CA1972A303}"/>
                  </a:ext>
                </a:extLst>
              </p:cNvPr>
              <p:cNvSpPr txBox="1"/>
              <p:nvPr/>
            </p:nvSpPr>
            <p:spPr>
              <a:xfrm>
                <a:off x="1439332" y="24596623"/>
                <a:ext cx="14236529" cy="1169551"/>
              </a:xfrm>
              <a:prstGeom prst="rect">
                <a:avLst/>
              </a:prstGeom>
              <a:noFill/>
            </p:spPr>
            <p:txBody>
              <a:bodyPr wrap="square" rtlCol="0">
                <a:spAutoFit/>
              </a:bodyPr>
              <a:lstStyle/>
              <a:p>
                <a:pPr algn="ctr"/>
                <a:r>
                  <a:rPr lang="en-US" sz="7000" dirty="0">
                    <a:solidFill>
                      <a:schemeClr val="bg1"/>
                    </a:solidFill>
                  </a:rPr>
                  <a:t>Per 2: </a:t>
                </a:r>
                <a:r>
                  <a:rPr lang="en-US" sz="7000" baseline="30000" dirty="0">
                    <a:solidFill>
                      <a:schemeClr val="bg1"/>
                    </a:solidFill>
                  </a:rPr>
                  <a:t>13</a:t>
                </a:r>
                <a:r>
                  <a:rPr lang="en-US" sz="7000" dirty="0">
                    <a:solidFill>
                      <a:schemeClr val="bg1"/>
                    </a:solidFill>
                  </a:rPr>
                  <a:t>CO 13</a:t>
                </a:r>
                <a14:m>
                  <m:oMath xmlns:m="http://schemas.openxmlformats.org/officeDocument/2006/math">
                    <m:r>
                      <a:rPr lang="en-US" sz="7000" i="1" smtClean="0">
                        <a:solidFill>
                          <a:schemeClr val="bg1"/>
                        </a:solidFill>
                        <a:latin typeface="Cambria Math" panose="02040503050406030204" pitchFamily="18" charset="0"/>
                        <a:ea typeface="Cambria Math" panose="02040503050406030204" pitchFamily="18" charset="0"/>
                      </a:rPr>
                      <m:t>°</m:t>
                    </m:r>
                  </m:oMath>
                </a14:m>
                <a:r>
                  <a:rPr lang="en-US" sz="7000" dirty="0">
                    <a:solidFill>
                      <a:schemeClr val="bg1"/>
                    </a:solidFill>
                  </a:rPr>
                  <a:t> wider</a:t>
                </a:r>
              </a:p>
            </p:txBody>
          </p:sp>
        </mc:Choice>
        <mc:Fallback xmlns="">
          <p:sp>
            <p:nvSpPr>
              <p:cNvPr id="48" name="TextBox 47">
                <a:extLst>
                  <a:ext uri="{FF2B5EF4-FFF2-40B4-BE49-F238E27FC236}">
                    <a16:creationId xmlns:a16="http://schemas.microsoft.com/office/drawing/2014/main" id="{C389EAC0-D263-0DC2-54A9-76CA1972A303}"/>
                  </a:ext>
                </a:extLst>
              </p:cNvPr>
              <p:cNvSpPr txBox="1">
                <a:spLocks noRot="1" noChangeAspect="1" noMove="1" noResize="1" noEditPoints="1" noAdjustHandles="1" noChangeArrowheads="1" noChangeShapeType="1" noTextEdit="1"/>
              </p:cNvSpPr>
              <p:nvPr/>
            </p:nvSpPr>
            <p:spPr>
              <a:xfrm>
                <a:off x="1439332" y="24596623"/>
                <a:ext cx="14236529" cy="1169551"/>
              </a:xfrm>
              <a:prstGeom prst="rect">
                <a:avLst/>
              </a:prstGeom>
              <a:blipFill>
                <a:blip r:embed="rId11"/>
                <a:stretch>
                  <a:fillRect t="-18750" b="-41146"/>
                </a:stretch>
              </a:blipFill>
            </p:spPr>
            <p:txBody>
              <a:bodyPr/>
              <a:lstStyle/>
              <a:p>
                <a:r>
                  <a:rPr lang="en-US">
                    <a:noFill/>
                  </a:rPr>
                  <a:t> </a:t>
                </a:r>
              </a:p>
            </p:txBody>
          </p:sp>
        </mc:Fallback>
      </mc:AlternateContent>
      <p:pic>
        <p:nvPicPr>
          <p:cNvPr id="50" name="Picture 49" descr="A graph and a diagram&#10;&#10;AI-generated content may be incorrect.">
            <a:extLst>
              <a:ext uri="{FF2B5EF4-FFF2-40B4-BE49-F238E27FC236}">
                <a16:creationId xmlns:a16="http://schemas.microsoft.com/office/drawing/2014/main" id="{138A6620-22AA-1CC4-4C8E-A7EFC53397FD}"/>
              </a:ext>
            </a:extLst>
          </p:cNvPr>
          <p:cNvPicPr>
            <a:picLocks noChangeAspect="1"/>
          </p:cNvPicPr>
          <p:nvPr/>
        </p:nvPicPr>
        <p:blipFill>
          <a:blip r:embed="rId9">
            <a:extLst>
              <a:ext uri="{28A0092B-C50C-407E-A947-70E740481C1C}">
                <a14:useLocalDpi xmlns:a14="http://schemas.microsoft.com/office/drawing/2010/main" val="0"/>
              </a:ext>
            </a:extLst>
          </a:blip>
          <a:srcRect l="1" r="46379"/>
          <a:stretch>
            <a:fillRect/>
          </a:stretch>
        </p:blipFill>
        <p:spPr>
          <a:xfrm>
            <a:off x="19744557" y="34349484"/>
            <a:ext cx="9266763" cy="5760714"/>
          </a:xfrm>
          <a:prstGeom prst="rect">
            <a:avLst/>
          </a:prstGeom>
          <a:ln w="76200">
            <a:solidFill>
              <a:schemeClr val="tx1"/>
            </a:solidFill>
          </a:ln>
        </p:spPr>
      </p:pic>
      <p:sp>
        <p:nvSpPr>
          <p:cNvPr id="51" name="TextBox 50">
            <a:extLst>
              <a:ext uri="{FF2B5EF4-FFF2-40B4-BE49-F238E27FC236}">
                <a16:creationId xmlns:a16="http://schemas.microsoft.com/office/drawing/2014/main" id="{631CA0A0-D888-FBC7-0467-27CBE84BD750}"/>
              </a:ext>
            </a:extLst>
          </p:cNvPr>
          <p:cNvSpPr txBox="1"/>
          <p:nvPr/>
        </p:nvSpPr>
        <p:spPr>
          <a:xfrm>
            <a:off x="1530513" y="34175001"/>
            <a:ext cx="2097497" cy="1169551"/>
          </a:xfrm>
          <a:prstGeom prst="rect">
            <a:avLst/>
          </a:prstGeom>
          <a:noFill/>
        </p:spPr>
        <p:txBody>
          <a:bodyPr wrap="none" rtlCol="0">
            <a:spAutoFit/>
          </a:bodyPr>
          <a:lstStyle/>
          <a:p>
            <a:r>
              <a:rPr lang="en-US" sz="7000" baseline="30000" dirty="0">
                <a:solidFill>
                  <a:schemeClr val="bg1"/>
                </a:solidFill>
              </a:rPr>
              <a:t>13</a:t>
            </a:r>
            <a:r>
              <a:rPr lang="en-US" sz="7000" dirty="0">
                <a:solidFill>
                  <a:schemeClr val="bg1"/>
                </a:solidFill>
              </a:rPr>
              <a:t>CO</a:t>
            </a:r>
          </a:p>
        </p:txBody>
      </p:sp>
      <p:sp>
        <p:nvSpPr>
          <p:cNvPr id="52" name="TextBox 51">
            <a:extLst>
              <a:ext uri="{FF2B5EF4-FFF2-40B4-BE49-F238E27FC236}">
                <a16:creationId xmlns:a16="http://schemas.microsoft.com/office/drawing/2014/main" id="{05E9C769-FED7-8BB9-466A-ED6E8E390C9E}"/>
              </a:ext>
            </a:extLst>
          </p:cNvPr>
          <p:cNvSpPr txBox="1"/>
          <p:nvPr/>
        </p:nvSpPr>
        <p:spPr>
          <a:xfrm>
            <a:off x="8654704" y="34150848"/>
            <a:ext cx="2097497" cy="1169551"/>
          </a:xfrm>
          <a:prstGeom prst="rect">
            <a:avLst/>
          </a:prstGeom>
          <a:noFill/>
        </p:spPr>
        <p:txBody>
          <a:bodyPr wrap="none" rtlCol="0">
            <a:spAutoFit/>
          </a:bodyPr>
          <a:lstStyle/>
          <a:p>
            <a:r>
              <a:rPr lang="en-US" sz="7000" baseline="30000" dirty="0">
                <a:solidFill>
                  <a:schemeClr val="bg1"/>
                </a:solidFill>
              </a:rPr>
              <a:t>12</a:t>
            </a:r>
            <a:r>
              <a:rPr lang="en-US" sz="7000" dirty="0">
                <a:solidFill>
                  <a:schemeClr val="bg1"/>
                </a:solidFill>
              </a:rPr>
              <a:t>CO</a:t>
            </a:r>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559E7CDF-F732-EB44-74AE-88E4BAAC7DB2}"/>
                  </a:ext>
                </a:extLst>
              </p:cNvPr>
              <p:cNvSpPr txBox="1"/>
              <p:nvPr/>
            </p:nvSpPr>
            <p:spPr>
              <a:xfrm>
                <a:off x="1439332" y="33059368"/>
                <a:ext cx="14236529" cy="1169551"/>
              </a:xfrm>
              <a:prstGeom prst="rect">
                <a:avLst/>
              </a:prstGeom>
              <a:noFill/>
            </p:spPr>
            <p:txBody>
              <a:bodyPr wrap="square" rtlCol="0">
                <a:spAutoFit/>
              </a:bodyPr>
              <a:lstStyle/>
              <a:p>
                <a:pPr algn="ctr"/>
                <a:r>
                  <a:rPr lang="en-US" sz="7000" dirty="0">
                    <a:solidFill>
                      <a:schemeClr val="bg1"/>
                    </a:solidFill>
                  </a:rPr>
                  <a:t>Per 5: </a:t>
                </a:r>
                <a:r>
                  <a:rPr lang="en-US" sz="7000" baseline="30000" dirty="0">
                    <a:solidFill>
                      <a:schemeClr val="bg1"/>
                    </a:solidFill>
                  </a:rPr>
                  <a:t>13</a:t>
                </a:r>
                <a:r>
                  <a:rPr lang="en-US" sz="7000" dirty="0">
                    <a:solidFill>
                      <a:schemeClr val="bg1"/>
                    </a:solidFill>
                  </a:rPr>
                  <a:t>CO 10</a:t>
                </a:r>
                <a14:m>
                  <m:oMath xmlns:m="http://schemas.openxmlformats.org/officeDocument/2006/math">
                    <m:r>
                      <a:rPr lang="en-US" sz="7000" i="1" smtClean="0">
                        <a:solidFill>
                          <a:schemeClr val="bg1"/>
                        </a:solidFill>
                        <a:latin typeface="Cambria Math" panose="02040503050406030204" pitchFamily="18" charset="0"/>
                        <a:ea typeface="Cambria Math" panose="02040503050406030204" pitchFamily="18" charset="0"/>
                      </a:rPr>
                      <m:t>°</m:t>
                    </m:r>
                  </m:oMath>
                </a14:m>
                <a:r>
                  <a:rPr lang="en-US" sz="7000" dirty="0">
                    <a:solidFill>
                      <a:schemeClr val="bg1"/>
                    </a:solidFill>
                  </a:rPr>
                  <a:t> wider</a:t>
                </a:r>
              </a:p>
            </p:txBody>
          </p:sp>
        </mc:Choice>
        <mc:Fallback xmlns="">
          <p:sp>
            <p:nvSpPr>
              <p:cNvPr id="53" name="TextBox 52">
                <a:extLst>
                  <a:ext uri="{FF2B5EF4-FFF2-40B4-BE49-F238E27FC236}">
                    <a16:creationId xmlns:a16="http://schemas.microsoft.com/office/drawing/2014/main" id="{559E7CDF-F732-EB44-74AE-88E4BAAC7DB2}"/>
                  </a:ext>
                </a:extLst>
              </p:cNvPr>
              <p:cNvSpPr txBox="1">
                <a:spLocks noRot="1" noChangeAspect="1" noMove="1" noResize="1" noEditPoints="1" noAdjustHandles="1" noChangeArrowheads="1" noChangeShapeType="1" noTextEdit="1"/>
              </p:cNvSpPr>
              <p:nvPr/>
            </p:nvSpPr>
            <p:spPr>
              <a:xfrm>
                <a:off x="1439332" y="33059368"/>
                <a:ext cx="14236529" cy="1169551"/>
              </a:xfrm>
              <a:prstGeom prst="rect">
                <a:avLst/>
              </a:prstGeom>
              <a:blipFill>
                <a:blip r:embed="rId12"/>
                <a:stretch>
                  <a:fillRect t="-18750" b="-41667"/>
                </a:stretch>
              </a:blipFill>
            </p:spPr>
            <p:txBody>
              <a:bodyPr/>
              <a:lstStyle/>
              <a:p>
                <a:r>
                  <a:rPr lang="en-US">
                    <a:noFill/>
                  </a:rPr>
                  <a:t> </a:t>
                </a:r>
              </a:p>
            </p:txBody>
          </p:sp>
        </mc:Fallback>
      </mc:AlternateContent>
      <p:pic>
        <p:nvPicPr>
          <p:cNvPr id="55" name="Picture 54" descr="A graph and diagram of a person&#10;&#10;AI-generated content may be incorrect.">
            <a:extLst>
              <a:ext uri="{FF2B5EF4-FFF2-40B4-BE49-F238E27FC236}">
                <a16:creationId xmlns:a16="http://schemas.microsoft.com/office/drawing/2014/main" id="{F3EA8F84-EA51-8B34-FD00-AFFF02AA3019}"/>
              </a:ext>
            </a:extLst>
          </p:cNvPr>
          <p:cNvPicPr>
            <a:picLocks noChangeAspect="1"/>
          </p:cNvPicPr>
          <p:nvPr/>
        </p:nvPicPr>
        <p:blipFill>
          <a:blip r:embed="rId13">
            <a:extLst>
              <a:ext uri="{28A0092B-C50C-407E-A947-70E740481C1C}">
                <a14:useLocalDpi xmlns:a14="http://schemas.microsoft.com/office/drawing/2010/main" val="0"/>
              </a:ext>
            </a:extLst>
          </a:blip>
          <a:srcRect l="61003" t="4975" r="10918" b="10833"/>
          <a:stretch>
            <a:fillRect/>
          </a:stretch>
        </p:blipFill>
        <p:spPr>
          <a:xfrm>
            <a:off x="17220304" y="17340950"/>
            <a:ext cx="7073153" cy="7069237"/>
          </a:xfrm>
          <a:prstGeom prst="rect">
            <a:avLst/>
          </a:prstGeom>
          <a:ln w="76200">
            <a:solidFill>
              <a:schemeClr val="bg1"/>
            </a:solidFill>
          </a:ln>
        </p:spPr>
      </p:pic>
      <p:pic>
        <p:nvPicPr>
          <p:cNvPr id="57" name="Picture 56" descr="A graph and diagram of a graph&#10;&#10;AI-generated content may be incorrect.">
            <a:extLst>
              <a:ext uri="{FF2B5EF4-FFF2-40B4-BE49-F238E27FC236}">
                <a16:creationId xmlns:a16="http://schemas.microsoft.com/office/drawing/2014/main" id="{8933E750-7F5D-1D6D-B63F-01165F9EA193}"/>
              </a:ext>
            </a:extLst>
          </p:cNvPr>
          <p:cNvPicPr>
            <a:picLocks noChangeAspect="1"/>
          </p:cNvPicPr>
          <p:nvPr/>
        </p:nvPicPr>
        <p:blipFill>
          <a:blip r:embed="rId14">
            <a:extLst>
              <a:ext uri="{28A0092B-C50C-407E-A947-70E740481C1C}">
                <a14:useLocalDpi xmlns:a14="http://schemas.microsoft.com/office/drawing/2010/main" val="0"/>
              </a:ext>
            </a:extLst>
          </a:blip>
          <a:srcRect l="61396" t="5540" r="10975" b="11621"/>
          <a:stretch>
            <a:fillRect/>
          </a:stretch>
        </p:blipFill>
        <p:spPr>
          <a:xfrm>
            <a:off x="24372516" y="17338606"/>
            <a:ext cx="7073153" cy="7069237"/>
          </a:xfrm>
          <a:prstGeom prst="rect">
            <a:avLst/>
          </a:prstGeom>
          <a:ln w="76200">
            <a:solidFill>
              <a:schemeClr val="bg1"/>
            </a:solidFill>
          </a:ln>
        </p:spPr>
      </p:pic>
      <p:sp>
        <p:nvSpPr>
          <p:cNvPr id="58" name="TextBox 57">
            <a:extLst>
              <a:ext uri="{FF2B5EF4-FFF2-40B4-BE49-F238E27FC236}">
                <a16:creationId xmlns:a16="http://schemas.microsoft.com/office/drawing/2014/main" id="{02B4FA6A-451F-446B-A7E6-8AC3AF027927}"/>
              </a:ext>
            </a:extLst>
          </p:cNvPr>
          <p:cNvSpPr txBox="1"/>
          <p:nvPr/>
        </p:nvSpPr>
        <p:spPr>
          <a:xfrm>
            <a:off x="17248430" y="17369225"/>
            <a:ext cx="2097497" cy="1169551"/>
          </a:xfrm>
          <a:prstGeom prst="rect">
            <a:avLst/>
          </a:prstGeom>
          <a:noFill/>
        </p:spPr>
        <p:txBody>
          <a:bodyPr wrap="none" rtlCol="0">
            <a:spAutoFit/>
          </a:bodyPr>
          <a:lstStyle/>
          <a:p>
            <a:r>
              <a:rPr lang="en-US" sz="7000" baseline="30000" dirty="0">
                <a:solidFill>
                  <a:schemeClr val="bg1"/>
                </a:solidFill>
              </a:rPr>
              <a:t>13</a:t>
            </a:r>
            <a:r>
              <a:rPr lang="en-US" sz="7000" dirty="0">
                <a:solidFill>
                  <a:schemeClr val="bg1"/>
                </a:solidFill>
              </a:rPr>
              <a:t>CO</a:t>
            </a:r>
          </a:p>
        </p:txBody>
      </p:sp>
      <p:sp>
        <p:nvSpPr>
          <p:cNvPr id="59" name="TextBox 58">
            <a:extLst>
              <a:ext uri="{FF2B5EF4-FFF2-40B4-BE49-F238E27FC236}">
                <a16:creationId xmlns:a16="http://schemas.microsoft.com/office/drawing/2014/main" id="{209F61E5-AEFC-CA05-800F-AE072FDF08B1}"/>
              </a:ext>
            </a:extLst>
          </p:cNvPr>
          <p:cNvSpPr txBox="1"/>
          <p:nvPr/>
        </p:nvSpPr>
        <p:spPr>
          <a:xfrm>
            <a:off x="24377939" y="17342330"/>
            <a:ext cx="2097497" cy="1169551"/>
          </a:xfrm>
          <a:prstGeom prst="rect">
            <a:avLst/>
          </a:prstGeom>
          <a:noFill/>
        </p:spPr>
        <p:txBody>
          <a:bodyPr wrap="none" rtlCol="0">
            <a:spAutoFit/>
          </a:bodyPr>
          <a:lstStyle/>
          <a:p>
            <a:r>
              <a:rPr lang="en-US" sz="7000" baseline="30000" dirty="0">
                <a:solidFill>
                  <a:schemeClr val="bg1"/>
                </a:solidFill>
              </a:rPr>
              <a:t>12</a:t>
            </a:r>
            <a:r>
              <a:rPr lang="en-US" sz="7000" dirty="0">
                <a:solidFill>
                  <a:schemeClr val="bg1"/>
                </a:solidFill>
              </a:rPr>
              <a:t>CO</a:t>
            </a:r>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28A8DB62-EAF4-9F75-2F46-F7445738B095}"/>
                  </a:ext>
                </a:extLst>
              </p:cNvPr>
              <p:cNvSpPr txBox="1"/>
              <p:nvPr/>
            </p:nvSpPr>
            <p:spPr>
              <a:xfrm>
                <a:off x="17214362" y="16233201"/>
                <a:ext cx="14230838" cy="1169551"/>
              </a:xfrm>
              <a:prstGeom prst="rect">
                <a:avLst/>
              </a:prstGeom>
              <a:noFill/>
            </p:spPr>
            <p:txBody>
              <a:bodyPr wrap="square" rtlCol="0">
                <a:spAutoFit/>
              </a:bodyPr>
              <a:lstStyle/>
              <a:p>
                <a:pPr algn="ctr"/>
                <a:r>
                  <a:rPr lang="en-US" sz="7000" dirty="0">
                    <a:solidFill>
                      <a:schemeClr val="bg1"/>
                    </a:solidFill>
                  </a:rPr>
                  <a:t>Per 9: </a:t>
                </a:r>
                <a:r>
                  <a:rPr lang="en-US" sz="7000" baseline="30000" dirty="0">
                    <a:solidFill>
                      <a:schemeClr val="bg1"/>
                    </a:solidFill>
                  </a:rPr>
                  <a:t>13</a:t>
                </a:r>
                <a:r>
                  <a:rPr lang="en-US" sz="7000" dirty="0">
                    <a:solidFill>
                      <a:schemeClr val="bg1"/>
                    </a:solidFill>
                  </a:rPr>
                  <a:t>CO 4</a:t>
                </a:r>
                <a14:m>
                  <m:oMath xmlns:m="http://schemas.openxmlformats.org/officeDocument/2006/math">
                    <m:r>
                      <a:rPr lang="en-US" sz="7000" i="1" smtClean="0">
                        <a:solidFill>
                          <a:schemeClr val="bg1"/>
                        </a:solidFill>
                        <a:latin typeface="Cambria Math" panose="02040503050406030204" pitchFamily="18" charset="0"/>
                        <a:ea typeface="Cambria Math" panose="02040503050406030204" pitchFamily="18" charset="0"/>
                      </a:rPr>
                      <m:t>°</m:t>
                    </m:r>
                  </m:oMath>
                </a14:m>
                <a:r>
                  <a:rPr lang="en-US" sz="7000" dirty="0">
                    <a:solidFill>
                      <a:schemeClr val="bg1"/>
                    </a:solidFill>
                  </a:rPr>
                  <a:t> wider</a:t>
                </a:r>
              </a:p>
            </p:txBody>
          </p:sp>
        </mc:Choice>
        <mc:Fallback xmlns="">
          <p:sp>
            <p:nvSpPr>
              <p:cNvPr id="60" name="TextBox 59">
                <a:extLst>
                  <a:ext uri="{FF2B5EF4-FFF2-40B4-BE49-F238E27FC236}">
                    <a16:creationId xmlns:a16="http://schemas.microsoft.com/office/drawing/2014/main" id="{28A8DB62-EAF4-9F75-2F46-F7445738B095}"/>
                  </a:ext>
                </a:extLst>
              </p:cNvPr>
              <p:cNvSpPr txBox="1">
                <a:spLocks noRot="1" noChangeAspect="1" noMove="1" noResize="1" noEditPoints="1" noAdjustHandles="1" noChangeArrowheads="1" noChangeShapeType="1" noTextEdit="1"/>
              </p:cNvSpPr>
              <p:nvPr/>
            </p:nvSpPr>
            <p:spPr>
              <a:xfrm>
                <a:off x="17214362" y="16233201"/>
                <a:ext cx="14230838" cy="1169551"/>
              </a:xfrm>
              <a:prstGeom prst="rect">
                <a:avLst/>
              </a:prstGeom>
              <a:blipFill>
                <a:blip r:embed="rId15"/>
                <a:stretch>
                  <a:fillRect t="-18750" b="-41146"/>
                </a:stretch>
              </a:blipFill>
            </p:spPr>
            <p:txBody>
              <a:bodyPr/>
              <a:lstStyle/>
              <a:p>
                <a:r>
                  <a:rPr lang="en-US">
                    <a:noFill/>
                  </a:rPr>
                  <a:t> </a:t>
                </a:r>
              </a:p>
            </p:txBody>
          </p:sp>
        </mc:Fallback>
      </mc:AlternateContent>
      <p:pic>
        <p:nvPicPr>
          <p:cNvPr id="62" name="Picture 61" descr="A graph and a graph&#10;&#10;AI-generated content may be incorrect.">
            <a:extLst>
              <a:ext uri="{FF2B5EF4-FFF2-40B4-BE49-F238E27FC236}">
                <a16:creationId xmlns:a16="http://schemas.microsoft.com/office/drawing/2014/main" id="{6AC74ED7-0D29-6144-8062-967F6829E49A}"/>
              </a:ext>
            </a:extLst>
          </p:cNvPr>
          <p:cNvPicPr>
            <a:picLocks noChangeAspect="1"/>
          </p:cNvPicPr>
          <p:nvPr/>
        </p:nvPicPr>
        <p:blipFill>
          <a:blip r:embed="rId16">
            <a:extLst>
              <a:ext uri="{28A0092B-C50C-407E-A947-70E740481C1C}">
                <a14:useLocalDpi xmlns:a14="http://schemas.microsoft.com/office/drawing/2010/main" val="0"/>
              </a:ext>
            </a:extLst>
          </a:blip>
          <a:srcRect l="60964" t="5196" r="11124" b="10499"/>
          <a:stretch>
            <a:fillRect/>
          </a:stretch>
        </p:blipFill>
        <p:spPr>
          <a:xfrm>
            <a:off x="17223976" y="25770437"/>
            <a:ext cx="7016801" cy="7064409"/>
          </a:xfrm>
          <a:prstGeom prst="rect">
            <a:avLst/>
          </a:prstGeom>
          <a:ln w="76200">
            <a:solidFill>
              <a:schemeClr val="bg1"/>
            </a:solidFill>
          </a:ln>
        </p:spPr>
      </p:pic>
      <p:pic>
        <p:nvPicPr>
          <p:cNvPr id="1024" name="Picture 1023" descr="A graph and a diagram&#10;&#10;AI-generated content may be incorrect.">
            <a:extLst>
              <a:ext uri="{FF2B5EF4-FFF2-40B4-BE49-F238E27FC236}">
                <a16:creationId xmlns:a16="http://schemas.microsoft.com/office/drawing/2014/main" id="{E81FB9DC-93D1-6496-C567-C2B160467806}"/>
              </a:ext>
            </a:extLst>
          </p:cNvPr>
          <p:cNvPicPr>
            <a:picLocks noChangeAspect="1"/>
          </p:cNvPicPr>
          <p:nvPr/>
        </p:nvPicPr>
        <p:blipFill>
          <a:blip r:embed="rId17">
            <a:extLst>
              <a:ext uri="{28A0092B-C50C-407E-A947-70E740481C1C}">
                <a14:useLocalDpi xmlns:a14="http://schemas.microsoft.com/office/drawing/2010/main" val="0"/>
              </a:ext>
            </a:extLst>
          </a:blip>
          <a:srcRect l="61057" t="4810" r="10997" b="10781"/>
          <a:stretch>
            <a:fillRect/>
          </a:stretch>
        </p:blipFill>
        <p:spPr>
          <a:xfrm>
            <a:off x="24293457" y="25770436"/>
            <a:ext cx="7016801" cy="7064409"/>
          </a:xfrm>
          <a:prstGeom prst="rect">
            <a:avLst/>
          </a:prstGeom>
          <a:ln w="76200">
            <a:solidFill>
              <a:schemeClr val="bg1"/>
            </a:solidFill>
          </a:ln>
        </p:spPr>
      </p:pic>
      <mc:AlternateContent xmlns:mc="http://schemas.openxmlformats.org/markup-compatibility/2006" xmlns:a14="http://schemas.microsoft.com/office/drawing/2010/main">
        <mc:Choice Requires="a14">
          <p:sp>
            <p:nvSpPr>
              <p:cNvPr id="1025" name="TextBox 1024">
                <a:extLst>
                  <a:ext uri="{FF2B5EF4-FFF2-40B4-BE49-F238E27FC236}">
                    <a16:creationId xmlns:a16="http://schemas.microsoft.com/office/drawing/2014/main" id="{E908A04A-7594-4FE3-3E02-9C1FE1085669}"/>
                  </a:ext>
                </a:extLst>
              </p:cNvPr>
              <p:cNvSpPr txBox="1"/>
              <p:nvPr/>
            </p:nvSpPr>
            <p:spPr>
              <a:xfrm>
                <a:off x="17214362" y="24628248"/>
                <a:ext cx="14095896" cy="1169551"/>
              </a:xfrm>
              <a:prstGeom prst="rect">
                <a:avLst/>
              </a:prstGeom>
              <a:noFill/>
            </p:spPr>
            <p:txBody>
              <a:bodyPr wrap="square" rtlCol="0">
                <a:spAutoFit/>
              </a:bodyPr>
              <a:lstStyle/>
              <a:p>
                <a:pPr algn="ctr"/>
                <a:r>
                  <a:rPr lang="en-US" sz="7000" dirty="0">
                    <a:solidFill>
                      <a:schemeClr val="bg1"/>
                    </a:solidFill>
                  </a:rPr>
                  <a:t>Per 26: </a:t>
                </a:r>
                <a:r>
                  <a:rPr lang="en-US" sz="7000" baseline="30000" dirty="0">
                    <a:solidFill>
                      <a:schemeClr val="bg1"/>
                    </a:solidFill>
                  </a:rPr>
                  <a:t>13</a:t>
                </a:r>
                <a:r>
                  <a:rPr lang="en-US" sz="7000" dirty="0">
                    <a:solidFill>
                      <a:schemeClr val="bg1"/>
                    </a:solidFill>
                  </a:rPr>
                  <a:t>CO 14</a:t>
                </a:r>
                <a14:m>
                  <m:oMath xmlns:m="http://schemas.openxmlformats.org/officeDocument/2006/math">
                    <m:r>
                      <a:rPr lang="en-US" sz="7000" i="1" smtClean="0">
                        <a:solidFill>
                          <a:schemeClr val="bg1"/>
                        </a:solidFill>
                        <a:latin typeface="Cambria Math" panose="02040503050406030204" pitchFamily="18" charset="0"/>
                        <a:ea typeface="Cambria Math" panose="02040503050406030204" pitchFamily="18" charset="0"/>
                      </a:rPr>
                      <m:t>°</m:t>
                    </m:r>
                  </m:oMath>
                </a14:m>
                <a:r>
                  <a:rPr lang="en-US" sz="7000" dirty="0">
                    <a:solidFill>
                      <a:schemeClr val="bg1"/>
                    </a:solidFill>
                  </a:rPr>
                  <a:t> wider</a:t>
                </a:r>
              </a:p>
            </p:txBody>
          </p:sp>
        </mc:Choice>
        <mc:Fallback xmlns="">
          <p:sp>
            <p:nvSpPr>
              <p:cNvPr id="1025" name="TextBox 1024">
                <a:extLst>
                  <a:ext uri="{FF2B5EF4-FFF2-40B4-BE49-F238E27FC236}">
                    <a16:creationId xmlns:a16="http://schemas.microsoft.com/office/drawing/2014/main" id="{E908A04A-7594-4FE3-3E02-9C1FE1085669}"/>
                  </a:ext>
                </a:extLst>
              </p:cNvPr>
              <p:cNvSpPr txBox="1">
                <a:spLocks noRot="1" noChangeAspect="1" noMove="1" noResize="1" noEditPoints="1" noAdjustHandles="1" noChangeArrowheads="1" noChangeShapeType="1" noTextEdit="1"/>
              </p:cNvSpPr>
              <p:nvPr/>
            </p:nvSpPr>
            <p:spPr>
              <a:xfrm>
                <a:off x="17214362" y="24628248"/>
                <a:ext cx="14095896" cy="1169551"/>
              </a:xfrm>
              <a:prstGeom prst="rect">
                <a:avLst/>
              </a:prstGeom>
              <a:blipFill>
                <a:blip r:embed="rId18"/>
                <a:stretch>
                  <a:fillRect t="-18750" b="-41667"/>
                </a:stretch>
              </a:blipFill>
            </p:spPr>
            <p:txBody>
              <a:bodyPr/>
              <a:lstStyle/>
              <a:p>
                <a:r>
                  <a:rPr lang="en-US">
                    <a:noFill/>
                  </a:rPr>
                  <a:t> </a:t>
                </a:r>
              </a:p>
            </p:txBody>
          </p:sp>
        </mc:Fallback>
      </mc:AlternateContent>
      <p:sp>
        <p:nvSpPr>
          <p:cNvPr id="1027" name="TextBox 1026">
            <a:extLst>
              <a:ext uri="{FF2B5EF4-FFF2-40B4-BE49-F238E27FC236}">
                <a16:creationId xmlns:a16="http://schemas.microsoft.com/office/drawing/2014/main" id="{5517C059-08D9-4612-9B57-9F64342AFC8A}"/>
              </a:ext>
            </a:extLst>
          </p:cNvPr>
          <p:cNvSpPr txBox="1"/>
          <p:nvPr/>
        </p:nvSpPr>
        <p:spPr>
          <a:xfrm>
            <a:off x="17329891" y="40400296"/>
            <a:ext cx="13821772" cy="830997"/>
          </a:xfrm>
          <a:prstGeom prst="rect">
            <a:avLst/>
          </a:prstGeom>
          <a:solidFill>
            <a:srgbClr val="000000">
              <a:alpha val="61961"/>
            </a:srgbClr>
          </a:solidFill>
          <a:ln w="38100">
            <a:solidFill>
              <a:schemeClr val="bg1"/>
            </a:solidFill>
          </a:ln>
        </p:spPr>
        <p:txBody>
          <a:bodyPr wrap="square" rtlCol="0">
            <a:spAutoFit/>
          </a:bodyPr>
          <a:lstStyle/>
          <a:p>
            <a:pPr algn="ctr"/>
            <a:r>
              <a:rPr lang="en-US" sz="4800" b="1" dirty="0">
                <a:solidFill>
                  <a:schemeClr val="bg1"/>
                </a:solidFill>
              </a:rPr>
              <a:t>Questions about measurement method? Ask me!</a:t>
            </a:r>
          </a:p>
        </p:txBody>
      </p:sp>
      <p:sp>
        <p:nvSpPr>
          <p:cNvPr id="1029" name="TextBox 1028">
            <a:extLst>
              <a:ext uri="{FF2B5EF4-FFF2-40B4-BE49-F238E27FC236}">
                <a16:creationId xmlns:a16="http://schemas.microsoft.com/office/drawing/2014/main" id="{95B1E7E3-CF6C-1CB6-CD50-19CFC55B0E2C}"/>
              </a:ext>
            </a:extLst>
          </p:cNvPr>
          <p:cNvSpPr txBox="1"/>
          <p:nvPr/>
        </p:nvSpPr>
        <p:spPr>
          <a:xfrm>
            <a:off x="17248430" y="25750004"/>
            <a:ext cx="2097497" cy="1169551"/>
          </a:xfrm>
          <a:prstGeom prst="rect">
            <a:avLst/>
          </a:prstGeom>
          <a:noFill/>
        </p:spPr>
        <p:txBody>
          <a:bodyPr wrap="none" rtlCol="0">
            <a:spAutoFit/>
          </a:bodyPr>
          <a:lstStyle/>
          <a:p>
            <a:r>
              <a:rPr lang="en-US" sz="7000" baseline="30000" dirty="0">
                <a:solidFill>
                  <a:schemeClr val="bg1"/>
                </a:solidFill>
              </a:rPr>
              <a:t>13</a:t>
            </a:r>
            <a:r>
              <a:rPr lang="en-US" sz="7000" dirty="0">
                <a:solidFill>
                  <a:schemeClr val="bg1"/>
                </a:solidFill>
              </a:rPr>
              <a:t>CO</a:t>
            </a:r>
          </a:p>
        </p:txBody>
      </p:sp>
      <p:sp>
        <p:nvSpPr>
          <p:cNvPr id="1030" name="TextBox 1029">
            <a:extLst>
              <a:ext uri="{FF2B5EF4-FFF2-40B4-BE49-F238E27FC236}">
                <a16:creationId xmlns:a16="http://schemas.microsoft.com/office/drawing/2014/main" id="{19F9E28B-A479-D526-0B0F-D12C2162EAFF}"/>
              </a:ext>
            </a:extLst>
          </p:cNvPr>
          <p:cNvSpPr txBox="1"/>
          <p:nvPr/>
        </p:nvSpPr>
        <p:spPr>
          <a:xfrm>
            <a:off x="24301739" y="25750004"/>
            <a:ext cx="2097497" cy="1169551"/>
          </a:xfrm>
          <a:prstGeom prst="rect">
            <a:avLst/>
          </a:prstGeom>
          <a:noFill/>
        </p:spPr>
        <p:txBody>
          <a:bodyPr wrap="none" rtlCol="0">
            <a:spAutoFit/>
          </a:bodyPr>
          <a:lstStyle/>
          <a:p>
            <a:r>
              <a:rPr lang="en-US" sz="7000" baseline="30000" dirty="0">
                <a:solidFill>
                  <a:schemeClr val="bg1"/>
                </a:solidFill>
              </a:rPr>
              <a:t>12</a:t>
            </a:r>
            <a:r>
              <a:rPr lang="en-US" sz="7000" dirty="0">
                <a:solidFill>
                  <a:schemeClr val="bg1"/>
                </a:solidFill>
              </a:rPr>
              <a:t>CO</a:t>
            </a:r>
          </a:p>
        </p:txBody>
      </p:sp>
      <p:pic>
        <p:nvPicPr>
          <p:cNvPr id="1032" name="Picture 1031" descr="A person with a mustache smiling&#10;&#10;AI-generated content may be incorrect.">
            <a:extLst>
              <a:ext uri="{FF2B5EF4-FFF2-40B4-BE49-F238E27FC236}">
                <a16:creationId xmlns:a16="http://schemas.microsoft.com/office/drawing/2014/main" id="{70387A6B-019F-7335-CB0D-A79D11F39726}"/>
              </a:ext>
            </a:extLst>
          </p:cNvPr>
          <p:cNvPicPr>
            <a:picLocks noChangeAspect="1"/>
          </p:cNvPicPr>
          <p:nvPr/>
        </p:nvPicPr>
        <p:blipFill>
          <a:blip r:embed="rId19">
            <a:extLst>
              <a:ext uri="{28A0092B-C50C-407E-A947-70E740481C1C}">
                <a14:useLocalDpi xmlns:a14="http://schemas.microsoft.com/office/drawing/2010/main" val="0"/>
              </a:ext>
            </a:extLst>
          </a:blip>
          <a:srcRect l="16845" t="14139" r="15688" b="18149"/>
          <a:stretch>
            <a:fillRect/>
          </a:stretch>
        </p:blipFill>
        <p:spPr>
          <a:xfrm>
            <a:off x="1680143" y="4064562"/>
            <a:ext cx="1921088" cy="2569653"/>
          </a:xfrm>
          <a:prstGeom prst="rect">
            <a:avLst/>
          </a:prstGeom>
          <a:ln w="76200">
            <a:solidFill>
              <a:schemeClr val="bg1"/>
            </a:solidFill>
          </a:ln>
        </p:spPr>
      </p:pic>
    </p:spTree>
    <p:extLst>
      <p:ext uri="{BB962C8B-B14F-4D97-AF65-F5344CB8AC3E}">
        <p14:creationId xmlns:p14="http://schemas.microsoft.com/office/powerpoint/2010/main" val="27953434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10411</TotalTime>
  <Words>298</Words>
  <Application>Microsoft Office PowerPoint</Application>
  <PresentationFormat>Custom</PresentationFormat>
  <Paragraphs>21</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Agency FB</vt:lpstr>
      <vt:lpstr>Aptos</vt:lpstr>
      <vt:lpstr>Aptos Display</vt:lpstr>
      <vt:lpstr>Arial</vt:lpstr>
      <vt:lpstr>Cambria Math</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Wyatt Ulsh</dc:creator>
  <cp:lastModifiedBy>Wyatt Ulsh</cp:lastModifiedBy>
  <cp:revision>1</cp:revision>
  <dcterms:created xsi:type="dcterms:W3CDTF">2025-09-11T16:25:02Z</dcterms:created>
  <dcterms:modified xsi:type="dcterms:W3CDTF">2025-12-16T05:52:44Z</dcterms:modified>
</cp:coreProperties>
</file>