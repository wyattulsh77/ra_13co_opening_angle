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8288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AB312-C4ED-4617-84BE-74C0D559BFD3}" v="46" dt="2025-12-16T06:24:57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16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yatt Ulsh" userId="eec27ee37918cd46" providerId="LiveId" clId="{670DDD77-8767-4F31-B196-79854721C553}"/>
    <pc:docChg chg="undo custSel addSld delSld modSld">
      <pc:chgData name="Wyatt Ulsh" userId="eec27ee37918cd46" providerId="LiveId" clId="{670DDD77-8767-4F31-B196-79854721C553}" dt="2025-12-16T06:25:49.593" v="273" actId="478"/>
      <pc:docMkLst>
        <pc:docMk/>
      </pc:docMkLst>
      <pc:sldChg chg="new del">
        <pc:chgData name="Wyatt Ulsh" userId="eec27ee37918cd46" providerId="LiveId" clId="{670DDD77-8767-4F31-B196-79854721C553}" dt="2025-12-16T05:49:17.101" v="2" actId="47"/>
        <pc:sldMkLst>
          <pc:docMk/>
          <pc:sldMk cId="543595878" sldId="256"/>
        </pc:sldMkLst>
      </pc:sldChg>
      <pc:sldChg chg="addSp modSp new mod setBg">
        <pc:chgData name="Wyatt Ulsh" userId="eec27ee37918cd46" providerId="LiveId" clId="{670DDD77-8767-4F31-B196-79854721C553}" dt="2025-12-16T06:12:46.822" v="73" actId="164"/>
        <pc:sldMkLst>
          <pc:docMk/>
          <pc:sldMk cId="843504242" sldId="257"/>
        </pc:sldMkLst>
        <pc:spChg chg="add mod">
          <ac:chgData name="Wyatt Ulsh" userId="eec27ee37918cd46" providerId="LiveId" clId="{670DDD77-8767-4F31-B196-79854721C553}" dt="2025-12-16T05:51:23.728" v="16" actId="1076"/>
          <ac:spMkLst>
            <pc:docMk/>
            <pc:sldMk cId="843504242" sldId="257"/>
            <ac:spMk id="4" creationId="{FA2829EA-410F-00A0-277F-8091AABA2370}"/>
          </ac:spMkLst>
        </pc:spChg>
        <pc:spChg chg="add mod">
          <ac:chgData name="Wyatt Ulsh" userId="eec27ee37918cd46" providerId="LiveId" clId="{670DDD77-8767-4F31-B196-79854721C553}" dt="2025-12-16T06:12:46.822" v="73" actId="164"/>
          <ac:spMkLst>
            <pc:docMk/>
            <pc:sldMk cId="843504242" sldId="257"/>
            <ac:spMk id="6" creationId="{1F484570-0CE6-2351-11D6-41A8BA297FC6}"/>
          </ac:spMkLst>
        </pc:spChg>
        <pc:spChg chg="add mod">
          <ac:chgData name="Wyatt Ulsh" userId="eec27ee37918cd46" providerId="LiveId" clId="{670DDD77-8767-4F31-B196-79854721C553}" dt="2025-12-16T06:12:46.822" v="73" actId="164"/>
          <ac:spMkLst>
            <pc:docMk/>
            <pc:sldMk cId="843504242" sldId="257"/>
            <ac:spMk id="7" creationId="{B4ED7D9B-108A-4210-20EB-928FF5C1B65E}"/>
          </ac:spMkLst>
        </pc:spChg>
        <pc:spChg chg="add mod">
          <ac:chgData name="Wyatt Ulsh" userId="eec27ee37918cd46" providerId="LiveId" clId="{670DDD77-8767-4F31-B196-79854721C553}" dt="2025-12-16T06:00:52.630" v="62"/>
          <ac:spMkLst>
            <pc:docMk/>
            <pc:sldMk cId="843504242" sldId="257"/>
            <ac:spMk id="8" creationId="{881A0188-1D03-A9F3-174C-9EA75EF77E0B}"/>
          </ac:spMkLst>
        </pc:spChg>
        <pc:spChg chg="add mod">
          <ac:chgData name="Wyatt Ulsh" userId="eec27ee37918cd46" providerId="LiveId" clId="{670DDD77-8767-4F31-B196-79854721C553}" dt="2025-12-16T06:00:52.630" v="62"/>
          <ac:spMkLst>
            <pc:docMk/>
            <pc:sldMk cId="843504242" sldId="257"/>
            <ac:spMk id="9" creationId="{E6B41D13-314B-718B-C8FC-F82C1575B4D1}"/>
          </ac:spMkLst>
        </pc:spChg>
        <pc:grpChg chg="add mod">
          <ac:chgData name="Wyatt Ulsh" userId="eec27ee37918cd46" providerId="LiveId" clId="{670DDD77-8767-4F31-B196-79854721C553}" dt="2025-12-16T06:12:46.822" v="73" actId="164"/>
          <ac:grpSpMkLst>
            <pc:docMk/>
            <pc:sldMk cId="843504242" sldId="257"/>
            <ac:grpSpMk id="5" creationId="{8321A481-B6B6-0B25-0CB3-F4BE28956869}"/>
          </ac:grpSpMkLst>
        </pc:grpChg>
        <pc:grpChg chg="add mod">
          <ac:chgData name="Wyatt Ulsh" userId="eec27ee37918cd46" providerId="LiveId" clId="{670DDD77-8767-4F31-B196-79854721C553}" dt="2025-12-16T06:12:46.822" v="73" actId="164"/>
          <ac:grpSpMkLst>
            <pc:docMk/>
            <pc:sldMk cId="843504242" sldId="257"/>
            <ac:grpSpMk id="10" creationId="{788BA638-05F7-BDBA-78CE-1A85CCDED382}"/>
          </ac:grpSpMkLst>
        </pc:grpChg>
        <pc:picChg chg="add mod">
          <ac:chgData name="Wyatt Ulsh" userId="eec27ee37918cd46" providerId="LiveId" clId="{670DDD77-8767-4F31-B196-79854721C553}" dt="2025-12-16T05:49:52.064" v="6" actId="164"/>
          <ac:picMkLst>
            <pc:docMk/>
            <pc:sldMk cId="843504242" sldId="257"/>
            <ac:picMk id="2" creationId="{BC266D26-02D0-37E4-4323-28421F97C75A}"/>
          </ac:picMkLst>
        </pc:picChg>
        <pc:picChg chg="add mod">
          <ac:chgData name="Wyatt Ulsh" userId="eec27ee37918cd46" providerId="LiveId" clId="{670DDD77-8767-4F31-B196-79854721C553}" dt="2025-12-16T05:49:52.064" v="6" actId="164"/>
          <ac:picMkLst>
            <pc:docMk/>
            <pc:sldMk cId="843504242" sldId="257"/>
            <ac:picMk id="3" creationId="{FADF0369-6AE0-5A30-2E26-3E1592175053}"/>
          </ac:picMkLst>
        </pc:picChg>
      </pc:sldChg>
      <pc:sldChg chg="addSp delSp modSp new mod">
        <pc:chgData name="Wyatt Ulsh" userId="eec27ee37918cd46" providerId="LiveId" clId="{670DDD77-8767-4F31-B196-79854721C553}" dt="2025-12-16T06:03:31.881" v="63" actId="14100"/>
        <pc:sldMkLst>
          <pc:docMk/>
          <pc:sldMk cId="3210290113" sldId="258"/>
        </pc:sldMkLst>
        <pc:spChg chg="mod">
          <ac:chgData name="Wyatt Ulsh" userId="eec27ee37918cd46" providerId="LiveId" clId="{670DDD77-8767-4F31-B196-79854721C553}" dt="2025-12-16T05:56:35.992" v="40" actId="20577"/>
          <ac:spMkLst>
            <pc:docMk/>
            <pc:sldMk cId="3210290113" sldId="258"/>
            <ac:spMk id="5" creationId="{61D58978-7A87-C630-7796-C8309AC32C8D}"/>
          </ac:spMkLst>
        </pc:spChg>
        <pc:spChg chg="add mod">
          <ac:chgData name="Wyatt Ulsh" userId="eec27ee37918cd46" providerId="LiveId" clId="{670DDD77-8767-4F31-B196-79854721C553}" dt="2025-12-16T05:58:37.767" v="52" actId="255"/>
          <ac:spMkLst>
            <pc:docMk/>
            <pc:sldMk cId="3210290113" sldId="258"/>
            <ac:spMk id="7" creationId="{338C1264-6E43-0C60-59AD-C6A58135C788}"/>
          </ac:spMkLst>
        </pc:spChg>
        <pc:spChg chg="add mod">
          <ac:chgData name="Wyatt Ulsh" userId="eec27ee37918cd46" providerId="LiveId" clId="{670DDD77-8767-4F31-B196-79854721C553}" dt="2025-12-16T05:59:36.062" v="60" actId="1036"/>
          <ac:spMkLst>
            <pc:docMk/>
            <pc:sldMk cId="3210290113" sldId="258"/>
            <ac:spMk id="9" creationId="{5A8CF4F6-8940-7A65-6B82-C52EEBF1EEA4}"/>
          </ac:spMkLst>
        </pc:spChg>
        <pc:grpChg chg="add mod">
          <ac:chgData name="Wyatt Ulsh" userId="eec27ee37918cd46" providerId="LiveId" clId="{670DDD77-8767-4F31-B196-79854721C553}" dt="2025-12-16T05:56:32.643" v="37" actId="20577"/>
          <ac:grpSpMkLst>
            <pc:docMk/>
            <pc:sldMk cId="3210290113" sldId="258"/>
            <ac:grpSpMk id="2" creationId="{ECDD25A8-5331-80B9-14F1-2958EA11B483}"/>
          </ac:grpSpMkLst>
        </pc:grpChg>
        <pc:picChg chg="add del mod">
          <ac:chgData name="Wyatt Ulsh" userId="eec27ee37918cd46" providerId="LiveId" clId="{670DDD77-8767-4F31-B196-79854721C553}" dt="2025-12-16T05:57:48.201" v="42" actId="478"/>
          <ac:picMkLst>
            <pc:docMk/>
            <pc:sldMk cId="3210290113" sldId="258"/>
            <ac:picMk id="3" creationId="{C66B42EE-6E1E-0E83-8468-A89DB915EEB9}"/>
          </ac:picMkLst>
        </pc:picChg>
        <pc:picChg chg="mod">
          <ac:chgData name="Wyatt Ulsh" userId="eec27ee37918cd46" providerId="LiveId" clId="{670DDD77-8767-4F31-B196-79854721C553}" dt="2025-12-16T05:56:32.643" v="37" actId="20577"/>
          <ac:picMkLst>
            <pc:docMk/>
            <pc:sldMk cId="3210290113" sldId="258"/>
            <ac:picMk id="4" creationId="{B0C7FF04-D557-C794-2674-2D5CB1899423}"/>
          </ac:picMkLst>
        </pc:picChg>
        <pc:picChg chg="add mod">
          <ac:chgData name="Wyatt Ulsh" userId="eec27ee37918cd46" providerId="LiveId" clId="{670DDD77-8767-4F31-B196-79854721C553}" dt="2025-12-16T06:03:31.881" v="63" actId="14100"/>
          <ac:picMkLst>
            <pc:docMk/>
            <pc:sldMk cId="3210290113" sldId="258"/>
            <ac:picMk id="6" creationId="{C9A7352A-B88F-ACE3-D26D-4D4A46E9B55B}"/>
          </ac:picMkLst>
        </pc:picChg>
        <pc:picChg chg="add mod">
          <ac:chgData name="Wyatt Ulsh" userId="eec27ee37918cd46" providerId="LiveId" clId="{670DDD77-8767-4F31-B196-79854721C553}" dt="2025-12-16T05:59:22.281" v="58" actId="14100"/>
          <ac:picMkLst>
            <pc:docMk/>
            <pc:sldMk cId="3210290113" sldId="258"/>
            <ac:picMk id="8" creationId="{54B7BE29-52BF-D458-C848-8EA7A8CDF5C0}"/>
          </ac:picMkLst>
        </pc:picChg>
      </pc:sldChg>
      <pc:sldChg chg="addSp delSp modSp new mod">
        <pc:chgData name="Wyatt Ulsh" userId="eec27ee37918cd46" providerId="LiveId" clId="{670DDD77-8767-4F31-B196-79854721C553}" dt="2025-12-16T06:16:32.601" v="112" actId="478"/>
        <pc:sldMkLst>
          <pc:docMk/>
          <pc:sldMk cId="583888561" sldId="259"/>
        </pc:sldMkLst>
        <pc:spChg chg="mod">
          <ac:chgData name="Wyatt Ulsh" userId="eec27ee37918cd46" providerId="LiveId" clId="{670DDD77-8767-4F31-B196-79854721C553}" dt="2025-12-16T06:12:31.425" v="72" actId="20577"/>
          <ac:spMkLst>
            <pc:docMk/>
            <pc:sldMk cId="583888561" sldId="259"/>
            <ac:spMk id="5" creationId="{AAA5A16D-20FC-C7F2-3987-0BA2D848815F}"/>
          </ac:spMkLst>
        </pc:spChg>
        <pc:spChg chg="mod">
          <ac:chgData name="Wyatt Ulsh" userId="eec27ee37918cd46" providerId="LiveId" clId="{670DDD77-8767-4F31-B196-79854721C553}" dt="2025-12-16T06:13:01.130" v="78" actId="20577"/>
          <ac:spMkLst>
            <pc:docMk/>
            <pc:sldMk cId="583888561" sldId="259"/>
            <ac:spMk id="8" creationId="{5FD39CD4-0772-448B-0DF8-2B39947F4D84}"/>
          </ac:spMkLst>
        </pc:spChg>
        <pc:spChg chg="mod">
          <ac:chgData name="Wyatt Ulsh" userId="eec27ee37918cd46" providerId="LiveId" clId="{670DDD77-8767-4F31-B196-79854721C553}" dt="2025-12-16T06:13:01.130" v="78" actId="20577"/>
          <ac:spMkLst>
            <pc:docMk/>
            <pc:sldMk cId="583888561" sldId="259"/>
            <ac:spMk id="9" creationId="{56DA9902-1698-28DD-2951-C9D473E1157B}"/>
          </ac:spMkLst>
        </pc:spChg>
        <pc:spChg chg="mod">
          <ac:chgData name="Wyatt Ulsh" userId="eec27ee37918cd46" providerId="LiveId" clId="{670DDD77-8767-4F31-B196-79854721C553}" dt="2025-12-16T06:13:03.721" v="82" actId="20577"/>
          <ac:spMkLst>
            <pc:docMk/>
            <pc:sldMk cId="583888561" sldId="259"/>
            <ac:spMk id="12" creationId="{A5E9C40B-4AAB-1625-8012-349C5B458F49}"/>
          </ac:spMkLst>
        </pc:spChg>
        <pc:grpChg chg="add del mod">
          <ac:chgData name="Wyatt Ulsh" userId="eec27ee37918cd46" providerId="LiveId" clId="{670DDD77-8767-4F31-B196-79854721C553}" dt="2025-12-16T06:12:53.485" v="74" actId="478"/>
          <ac:grpSpMkLst>
            <pc:docMk/>
            <pc:sldMk cId="583888561" sldId="259"/>
            <ac:grpSpMk id="2" creationId="{C1DF2999-52BC-A30D-EB74-EAA7947123E0}"/>
          </ac:grpSpMkLst>
        </pc:grpChg>
        <pc:grpChg chg="add mod">
          <ac:chgData name="Wyatt Ulsh" userId="eec27ee37918cd46" providerId="LiveId" clId="{670DDD77-8767-4F31-B196-79854721C553}" dt="2025-12-16T06:13:01.130" v="78" actId="20577"/>
          <ac:grpSpMkLst>
            <pc:docMk/>
            <pc:sldMk cId="583888561" sldId="259"/>
            <ac:grpSpMk id="6" creationId="{B845F0C8-7F98-560F-76E9-338CB31C7C0B}"/>
          </ac:grpSpMkLst>
        </pc:grpChg>
        <pc:grpChg chg="del mod">
          <ac:chgData name="Wyatt Ulsh" userId="eec27ee37918cd46" providerId="LiveId" clId="{670DDD77-8767-4F31-B196-79854721C553}" dt="2025-12-16T06:16:32.601" v="112" actId="478"/>
          <ac:grpSpMkLst>
            <pc:docMk/>
            <pc:sldMk cId="583888561" sldId="259"/>
            <ac:grpSpMk id="7" creationId="{786B1BD0-25A3-D81F-4C00-354BEF6A4EC6}"/>
          </ac:grpSpMkLst>
        </pc:grpChg>
        <pc:picChg chg="mod">
          <ac:chgData name="Wyatt Ulsh" userId="eec27ee37918cd46" providerId="LiveId" clId="{670DDD77-8767-4F31-B196-79854721C553}" dt="2025-12-16T06:12:26.251" v="68" actId="20577"/>
          <ac:picMkLst>
            <pc:docMk/>
            <pc:sldMk cId="583888561" sldId="259"/>
            <ac:picMk id="3" creationId="{59C8922F-ACFE-2EFE-66A4-E25324601190}"/>
          </ac:picMkLst>
        </pc:picChg>
        <pc:picChg chg="mod">
          <ac:chgData name="Wyatt Ulsh" userId="eec27ee37918cd46" providerId="LiveId" clId="{670DDD77-8767-4F31-B196-79854721C553}" dt="2025-12-16T06:12:26.251" v="68" actId="20577"/>
          <ac:picMkLst>
            <pc:docMk/>
            <pc:sldMk cId="583888561" sldId="259"/>
            <ac:picMk id="4" creationId="{D3BDC49D-3F97-000C-8155-2D6DDC0BA65B}"/>
          </ac:picMkLst>
        </pc:picChg>
        <pc:picChg chg="del mod">
          <ac:chgData name="Wyatt Ulsh" userId="eec27ee37918cd46" providerId="LiveId" clId="{670DDD77-8767-4F31-B196-79854721C553}" dt="2025-12-16T06:15:14.752" v="98" actId="478"/>
          <ac:picMkLst>
            <pc:docMk/>
            <pc:sldMk cId="583888561" sldId="259"/>
            <ac:picMk id="10" creationId="{F3A84647-C219-1D88-C996-9E97C4CFA616}"/>
          </ac:picMkLst>
        </pc:picChg>
        <pc:picChg chg="del mod">
          <ac:chgData name="Wyatt Ulsh" userId="eec27ee37918cd46" providerId="LiveId" clId="{670DDD77-8767-4F31-B196-79854721C553}" dt="2025-12-16T06:16:32.601" v="112" actId="478"/>
          <ac:picMkLst>
            <pc:docMk/>
            <pc:sldMk cId="583888561" sldId="259"/>
            <ac:picMk id="11" creationId="{AC96BDF3-C58A-0066-1F47-39876EA72F0F}"/>
          </ac:picMkLst>
        </pc:picChg>
        <pc:picChg chg="add mod ord">
          <ac:chgData name="Wyatt Ulsh" userId="eec27ee37918cd46" providerId="LiveId" clId="{670DDD77-8767-4F31-B196-79854721C553}" dt="2025-12-16T06:15:12.174" v="97" actId="167"/>
          <ac:picMkLst>
            <pc:docMk/>
            <pc:sldMk cId="583888561" sldId="259"/>
            <ac:picMk id="13" creationId="{3838B151-2CDB-7A8B-1F34-E2B23F7AB7EF}"/>
          </ac:picMkLst>
        </pc:picChg>
        <pc:picChg chg="add mod ord">
          <ac:chgData name="Wyatt Ulsh" userId="eec27ee37918cd46" providerId="LiveId" clId="{670DDD77-8767-4F31-B196-79854721C553}" dt="2025-12-16T06:16:30.123" v="111" actId="167"/>
          <ac:picMkLst>
            <pc:docMk/>
            <pc:sldMk cId="583888561" sldId="259"/>
            <ac:picMk id="14" creationId="{FC1BEA23-CA62-F3E1-47E8-30156F6564D2}"/>
          </ac:picMkLst>
        </pc:picChg>
      </pc:sldChg>
      <pc:sldChg chg="addSp delSp modSp new mod">
        <pc:chgData name="Wyatt Ulsh" userId="eec27ee37918cd46" providerId="LiveId" clId="{670DDD77-8767-4F31-B196-79854721C553}" dt="2025-12-16T06:25:49.593" v="273" actId="478"/>
        <pc:sldMkLst>
          <pc:docMk/>
          <pc:sldMk cId="3062957657" sldId="260"/>
        </pc:sldMkLst>
        <pc:spChg chg="mod">
          <ac:chgData name="Wyatt Ulsh" userId="eec27ee37918cd46" providerId="LiveId" clId="{670DDD77-8767-4F31-B196-79854721C553}" dt="2025-12-16T06:12:22.332" v="67"/>
          <ac:spMkLst>
            <pc:docMk/>
            <pc:sldMk cId="3062957657" sldId="260"/>
            <ac:spMk id="5" creationId="{FB35B961-54B5-2249-E919-869CABC6401D}"/>
          </ac:spMkLst>
        </pc:spChg>
        <pc:spChg chg="mod">
          <ac:chgData name="Wyatt Ulsh" userId="eec27ee37918cd46" providerId="LiveId" clId="{670DDD77-8767-4F31-B196-79854721C553}" dt="2025-12-16T06:22:26.708" v="115" actId="20577"/>
          <ac:spMkLst>
            <pc:docMk/>
            <pc:sldMk cId="3062957657" sldId="260"/>
            <ac:spMk id="8" creationId="{EEE0D3A4-F5FA-59EA-C207-4CCAC37F107F}"/>
          </ac:spMkLst>
        </pc:spChg>
        <pc:spChg chg="mod">
          <ac:chgData name="Wyatt Ulsh" userId="eec27ee37918cd46" providerId="LiveId" clId="{670DDD77-8767-4F31-B196-79854721C553}" dt="2025-12-16T06:22:26.708" v="115" actId="20577"/>
          <ac:spMkLst>
            <pc:docMk/>
            <pc:sldMk cId="3062957657" sldId="260"/>
            <ac:spMk id="9" creationId="{48880F91-BB80-2A09-CFB4-DB803A4BEE97}"/>
          </ac:spMkLst>
        </pc:spChg>
        <pc:spChg chg="mod">
          <ac:chgData name="Wyatt Ulsh" userId="eec27ee37918cd46" providerId="LiveId" clId="{670DDD77-8767-4F31-B196-79854721C553}" dt="2025-12-16T06:22:46.536" v="118" actId="20577"/>
          <ac:spMkLst>
            <pc:docMk/>
            <pc:sldMk cId="3062957657" sldId="260"/>
            <ac:spMk id="12" creationId="{C3F3F6DC-E57D-F49D-F6E2-48EFE0AD7209}"/>
          </ac:spMkLst>
        </pc:spChg>
        <pc:grpChg chg="add del mod">
          <ac:chgData name="Wyatt Ulsh" userId="eec27ee37918cd46" providerId="LiveId" clId="{670DDD77-8767-4F31-B196-79854721C553}" dt="2025-12-16T06:12:56.767" v="76" actId="478"/>
          <ac:grpSpMkLst>
            <pc:docMk/>
            <pc:sldMk cId="3062957657" sldId="260"/>
            <ac:grpSpMk id="2" creationId="{7A2202D3-DBBD-5918-1784-73E79D51731D}"/>
          </ac:grpSpMkLst>
        </pc:grpChg>
        <pc:grpChg chg="add mod">
          <ac:chgData name="Wyatt Ulsh" userId="eec27ee37918cd46" providerId="LiveId" clId="{670DDD77-8767-4F31-B196-79854721C553}" dt="2025-12-16T06:22:26.708" v="115" actId="20577"/>
          <ac:grpSpMkLst>
            <pc:docMk/>
            <pc:sldMk cId="3062957657" sldId="260"/>
            <ac:grpSpMk id="6" creationId="{DB4C2059-BC65-FCC8-5FDF-857E4339CFD2}"/>
          </ac:grpSpMkLst>
        </pc:grpChg>
        <pc:grpChg chg="del mod">
          <ac:chgData name="Wyatt Ulsh" userId="eec27ee37918cd46" providerId="LiveId" clId="{670DDD77-8767-4F31-B196-79854721C553}" dt="2025-12-16T06:25:49.593" v="273" actId="478"/>
          <ac:grpSpMkLst>
            <pc:docMk/>
            <pc:sldMk cId="3062957657" sldId="260"/>
            <ac:grpSpMk id="7" creationId="{BC8FD36F-FE57-7EFE-4FF9-29356423E9C8}"/>
          </ac:grpSpMkLst>
        </pc:grpChg>
        <pc:picChg chg="mod">
          <ac:chgData name="Wyatt Ulsh" userId="eec27ee37918cd46" providerId="LiveId" clId="{670DDD77-8767-4F31-B196-79854721C553}" dt="2025-12-16T06:12:22.332" v="67"/>
          <ac:picMkLst>
            <pc:docMk/>
            <pc:sldMk cId="3062957657" sldId="260"/>
            <ac:picMk id="3" creationId="{F3B03129-DDC7-156B-D8F1-7F229BAFEC76}"/>
          </ac:picMkLst>
        </pc:picChg>
        <pc:picChg chg="mod">
          <ac:chgData name="Wyatt Ulsh" userId="eec27ee37918cd46" providerId="LiveId" clId="{670DDD77-8767-4F31-B196-79854721C553}" dt="2025-12-16T06:12:22.332" v="67"/>
          <ac:picMkLst>
            <pc:docMk/>
            <pc:sldMk cId="3062957657" sldId="260"/>
            <ac:picMk id="4" creationId="{6C284763-9771-F572-D905-6E5617669EB4}"/>
          </ac:picMkLst>
        </pc:picChg>
        <pc:picChg chg="del mod">
          <ac:chgData name="Wyatt Ulsh" userId="eec27ee37918cd46" providerId="LiveId" clId="{670DDD77-8767-4F31-B196-79854721C553}" dt="2025-12-16T06:24:31.434" v="266" actId="478"/>
          <ac:picMkLst>
            <pc:docMk/>
            <pc:sldMk cId="3062957657" sldId="260"/>
            <ac:picMk id="10" creationId="{59EDC2E3-D30F-47EA-7C1B-C9EF3865F705}"/>
          </ac:picMkLst>
        </pc:picChg>
        <pc:picChg chg="del mod">
          <ac:chgData name="Wyatt Ulsh" userId="eec27ee37918cd46" providerId="LiveId" clId="{670DDD77-8767-4F31-B196-79854721C553}" dt="2025-12-16T06:25:49.593" v="273" actId="478"/>
          <ac:picMkLst>
            <pc:docMk/>
            <pc:sldMk cId="3062957657" sldId="260"/>
            <ac:picMk id="11" creationId="{B01F19AA-4505-2149-2961-238448E550B0}"/>
          </ac:picMkLst>
        </pc:picChg>
        <pc:picChg chg="add mod ord">
          <ac:chgData name="Wyatt Ulsh" userId="eec27ee37918cd46" providerId="LiveId" clId="{670DDD77-8767-4F31-B196-79854721C553}" dt="2025-12-16T06:24:27.452" v="265" actId="167"/>
          <ac:picMkLst>
            <pc:docMk/>
            <pc:sldMk cId="3062957657" sldId="260"/>
            <ac:picMk id="13" creationId="{96A2055F-75C7-5679-2509-E0F8E2B3DE8A}"/>
          </ac:picMkLst>
        </pc:picChg>
        <pc:picChg chg="add mod ord">
          <ac:chgData name="Wyatt Ulsh" userId="eec27ee37918cd46" providerId="LiveId" clId="{670DDD77-8767-4F31-B196-79854721C553}" dt="2025-12-16T06:25:46.989" v="272" actId="167"/>
          <ac:picMkLst>
            <pc:docMk/>
            <pc:sldMk cId="3062957657" sldId="260"/>
            <ac:picMk id="14" creationId="{3F3D48F6-14AD-31F2-0691-7AF39963D39E}"/>
          </ac:picMkLst>
        </pc:picChg>
      </pc:sldChg>
      <pc:sldChg chg="addSp modSp new">
        <pc:chgData name="Wyatt Ulsh" userId="eec27ee37918cd46" providerId="LiveId" clId="{670DDD77-8767-4F31-B196-79854721C553}" dt="2025-12-16T06:21:22.311" v="114"/>
        <pc:sldMkLst>
          <pc:docMk/>
          <pc:sldMk cId="2966298569" sldId="261"/>
        </pc:sldMkLst>
        <pc:spChg chg="mod">
          <ac:chgData name="Wyatt Ulsh" userId="eec27ee37918cd46" providerId="LiveId" clId="{670DDD77-8767-4F31-B196-79854721C553}" dt="2025-12-16T06:21:22.311" v="114"/>
          <ac:spMkLst>
            <pc:docMk/>
            <pc:sldMk cId="2966298569" sldId="261"/>
            <ac:spMk id="4" creationId="{4B48B4C1-2BF3-B48D-EAF8-6305184582B2}"/>
          </ac:spMkLst>
        </pc:spChg>
        <pc:spChg chg="mod">
          <ac:chgData name="Wyatt Ulsh" userId="eec27ee37918cd46" providerId="LiveId" clId="{670DDD77-8767-4F31-B196-79854721C553}" dt="2025-12-16T06:21:22.311" v="114"/>
          <ac:spMkLst>
            <pc:docMk/>
            <pc:sldMk cId="2966298569" sldId="261"/>
            <ac:spMk id="5" creationId="{9881AAAD-CB4F-427C-FAD9-1EDF38111BE8}"/>
          </ac:spMkLst>
        </pc:spChg>
        <pc:spChg chg="mod">
          <ac:chgData name="Wyatt Ulsh" userId="eec27ee37918cd46" providerId="LiveId" clId="{670DDD77-8767-4F31-B196-79854721C553}" dt="2025-12-16T06:21:22.311" v="114"/>
          <ac:spMkLst>
            <pc:docMk/>
            <pc:sldMk cId="2966298569" sldId="261"/>
            <ac:spMk id="8" creationId="{9D0BFC5D-043C-2A65-A507-4602E92E141E}"/>
          </ac:spMkLst>
        </pc:spChg>
        <pc:grpChg chg="add mod">
          <ac:chgData name="Wyatt Ulsh" userId="eec27ee37918cd46" providerId="LiveId" clId="{670DDD77-8767-4F31-B196-79854721C553}" dt="2025-12-16T06:21:22.311" v="114"/>
          <ac:grpSpMkLst>
            <pc:docMk/>
            <pc:sldMk cId="2966298569" sldId="261"/>
            <ac:grpSpMk id="2" creationId="{EE207AD7-3179-7EB8-1470-02716541F8E8}"/>
          </ac:grpSpMkLst>
        </pc:grpChg>
        <pc:grpChg chg="mod">
          <ac:chgData name="Wyatt Ulsh" userId="eec27ee37918cd46" providerId="LiveId" clId="{670DDD77-8767-4F31-B196-79854721C553}" dt="2025-12-16T06:21:22.311" v="114"/>
          <ac:grpSpMkLst>
            <pc:docMk/>
            <pc:sldMk cId="2966298569" sldId="261"/>
            <ac:grpSpMk id="3" creationId="{49CBF70E-279E-C68F-3443-2CCB611437BB}"/>
          </ac:grpSpMkLst>
        </pc:grpChg>
        <pc:picChg chg="mod">
          <ac:chgData name="Wyatt Ulsh" userId="eec27ee37918cd46" providerId="LiveId" clId="{670DDD77-8767-4F31-B196-79854721C553}" dt="2025-12-16T06:21:22.311" v="114"/>
          <ac:picMkLst>
            <pc:docMk/>
            <pc:sldMk cId="2966298569" sldId="261"/>
            <ac:picMk id="6" creationId="{8E833516-37E2-E223-80A8-857CD4F44BC3}"/>
          </ac:picMkLst>
        </pc:picChg>
        <pc:picChg chg="mod">
          <ac:chgData name="Wyatt Ulsh" userId="eec27ee37918cd46" providerId="LiveId" clId="{670DDD77-8767-4F31-B196-79854721C553}" dt="2025-12-16T06:21:22.311" v="114"/>
          <ac:picMkLst>
            <pc:docMk/>
            <pc:sldMk cId="2966298569" sldId="261"/>
            <ac:picMk id="7" creationId="{A3A32FD0-7052-FA29-6F3D-FDC44C238D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60C8-32CC-651A-CD03-01E8D84AC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122363"/>
            <a:ext cx="13716000" cy="23876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20DE2-8B31-1224-76D6-5F05E43B6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3602038"/>
            <a:ext cx="13716000" cy="1655762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89D5A-0551-54A8-28C2-E5C1230C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9C910-9A44-EFA4-DA4B-AC4F2DE8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FBFD-D4E5-06E5-B1FE-9F0D8FB7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1767-81A9-D786-8256-B7C91BE2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707F-C6AA-B8E6-8940-BB0143ED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C4DF8-4280-5CB2-7B4C-6924B379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A01C6-2335-9AAC-D749-DDB3C43D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7006-C4A3-A047-82D4-00F40299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F6B8-F7A6-44F7-CAF3-CFEF1C434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1709739"/>
            <a:ext cx="15773400" cy="2852737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53031-8A18-B4D3-B6FA-5C740B06F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4589464"/>
            <a:ext cx="15773400" cy="1500187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95D3D-9DC8-C862-33D1-35516C22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BBA8F-716C-202D-957D-2B8C05FF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16037-EA29-47A4-8852-5BC5DE77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3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986D-4DAB-C31B-A3B1-2CDC9366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9812-F2C9-1566-D2F8-0454E68B6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EF96A-C116-DBEC-34FD-43194BDA6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107E0-F0EC-E3B1-2C74-9958DF5F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64DAD-C616-4E45-446E-43566F3D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7A454-7BDA-D476-B42E-0B59376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5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D9E9-EBC6-7454-4FBA-17E50772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365126"/>
            <a:ext cx="15773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0863C-AE63-3BF4-57B6-AB5217A30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1681163"/>
            <a:ext cx="7736681" cy="823912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CD7B4-6932-7FAA-AB45-1BB96B849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2505075"/>
            <a:ext cx="773668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C6DFF-829E-1600-B6A4-69DADA126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1681163"/>
            <a:ext cx="7774782" cy="823912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5BA27-3B34-C788-60AB-AA4141051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2505075"/>
            <a:ext cx="77747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0D7E6-1335-76FE-F416-7DD7D74F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08B951-B732-D445-BFCC-455438E2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B4EC48-896C-DFB1-55F9-08ED40B5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6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E2FD-8F64-2491-E2DC-6F78BB62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2A1BF-FE77-E2ED-0C66-0C7F5071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500CD-4A72-E43C-E38B-D61C8AEE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0968-939B-6D94-7321-A49DE135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1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7784D-4F62-FCA3-B142-6854D362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CA120-0F2F-C30C-12E8-582E4831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1A17C-C227-F733-8A56-4D3789FF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8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1270-1DBC-5244-93D6-38CFE182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C776-48E0-366C-E364-5F3EB0C4C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E649D-62B0-871E-705E-A810262B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267F0-07EA-F63F-9E74-F683B4E3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CE627-30C6-6754-45AE-A69EA22F5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146B6-2BDB-C078-457F-0FAE52D9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30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E93B-D488-54F2-4620-11EA1A56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189F0E-C1FD-15CE-581F-5D8711BF9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628A0-DEBC-E8EC-09F6-F15269015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7E223-1F1A-8F8A-238F-9982F3B9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2C6FE-3065-BB41-B734-AA30E95B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A2189-12A4-D26A-CB29-68FE5534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76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81C2-18C7-7EBC-E8D0-107CA27B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92417-437A-5CD3-12FD-FCDB8DED2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7F8BF-AE98-AF92-02CF-5A0B0022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819D4-7A19-7A31-4F5B-4CCBF1D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05AD9-61A9-7A04-1E60-7CB87AE3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8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686D2-7B96-15B5-8659-58713A329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365125"/>
            <a:ext cx="394335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D8F27-82E1-842F-9B43-B8DA33F45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365125"/>
            <a:ext cx="116014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01BB0-C8BC-62DA-8DF8-F8389093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CAFA1-7C22-57B6-6189-0B0A5EA1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E69FC-AE60-369E-95BA-C219CAF6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9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35C97-5B51-D0A0-12AE-9DE09F67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6"/>
            <a:ext cx="15773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0B00B-A507-ACE2-F3A7-517715FFD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1825625"/>
            <a:ext cx="15773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5DE91-38E1-E08C-10A9-160108FED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DF59F-012F-4026-BC8D-B0F758D2C37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92F84-15B8-9A5C-2C97-6709167F2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4465A-B64E-00B4-2986-1BD209311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2612F-8794-49D1-9424-A2B08362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8BA638-05F7-BDBA-78CE-1A85CCDED382}"/>
              </a:ext>
            </a:extLst>
          </p:cNvPr>
          <p:cNvGrpSpPr/>
          <p:nvPr/>
        </p:nvGrpSpPr>
        <p:grpSpPr>
          <a:xfrm>
            <a:off x="3486611" y="-21266"/>
            <a:ext cx="11314778" cy="6726713"/>
            <a:chOff x="3486611" y="-21266"/>
            <a:chExt cx="11314778" cy="67267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321A481-B6B6-0B25-0CB3-F4BE28956869}"/>
                </a:ext>
              </a:extLst>
            </p:cNvPr>
            <p:cNvGrpSpPr/>
            <p:nvPr/>
          </p:nvGrpSpPr>
          <p:grpSpPr>
            <a:xfrm>
              <a:off x="3486611" y="-21266"/>
              <a:ext cx="11314778" cy="6726713"/>
              <a:chOff x="1473200" y="16176227"/>
              <a:chExt cx="14202662" cy="8242703"/>
            </a:xfrm>
          </p:grpSpPr>
          <p:pic>
            <p:nvPicPr>
              <p:cNvPr id="2" name="Picture 1" descr="A graph of a function&#10;&#10;AI-generated content may be incorrect.">
                <a:extLst>
                  <a:ext uri="{FF2B5EF4-FFF2-40B4-BE49-F238E27FC236}">
                    <a16:creationId xmlns:a16="http://schemas.microsoft.com/office/drawing/2014/main" id="{BC266D26-02D0-37E4-4323-28421F97C7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891" t="4203" r="10740" b="10692"/>
              <a:stretch>
                <a:fillRect/>
              </a:stretch>
            </p:blipFill>
            <p:spPr>
              <a:xfrm>
                <a:off x="1473200" y="17345778"/>
                <a:ext cx="7073153" cy="7073152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</p:spPr>
          </p:pic>
          <p:pic>
            <p:nvPicPr>
              <p:cNvPr id="3" name="Picture 2" descr="A graph and diagram of a graph&#10;&#10;AI-generated content may be incorrect.">
                <a:extLst>
                  <a:ext uri="{FF2B5EF4-FFF2-40B4-BE49-F238E27FC236}">
                    <a16:creationId xmlns:a16="http://schemas.microsoft.com/office/drawing/2014/main" id="{FADF0369-6AE0-5A30-2E26-3E1592175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820" t="4077" r="10644" b="10656"/>
              <a:stretch>
                <a:fillRect/>
              </a:stretch>
            </p:blipFill>
            <p:spPr>
              <a:xfrm>
                <a:off x="8574531" y="17345779"/>
                <a:ext cx="7101331" cy="7073151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A2829EA-410F-00A0-277F-8091AABA2370}"/>
                      </a:ext>
                    </a:extLst>
                  </p:cNvPr>
                  <p:cNvSpPr txBox="1"/>
                  <p:nvPr/>
                </p:nvSpPr>
                <p:spPr>
                  <a:xfrm>
                    <a:off x="1473200" y="16176227"/>
                    <a:ext cx="14202662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0" dirty="0">
                        <a:solidFill>
                          <a:schemeClr val="tx1"/>
                        </a:solidFill>
                      </a:rPr>
                      <a:t>Per 1: 10</a:t>
                    </a:r>
                    <a14:m>
                      <m:oMath xmlns:m="http://schemas.openxmlformats.org/officeDocument/2006/math">
                        <m:r>
                          <a:rPr lang="en-US" sz="7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r>
                      <a:rPr lang="en-US" sz="7000" dirty="0">
                        <a:solidFill>
                          <a:schemeClr val="tx1"/>
                        </a:solidFill>
                      </a:rPr>
                      <a:t> wider in </a:t>
                    </a:r>
                    <a:r>
                      <a:rPr lang="en-US" sz="7000" baseline="30000" dirty="0"/>
                      <a:t>13</a:t>
                    </a:r>
                    <a:r>
                      <a:rPr lang="en-US" sz="7000" dirty="0"/>
                      <a:t>CO</a:t>
                    </a:r>
                    <a:endParaRPr lang="en-US" sz="7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A2829EA-410F-00A0-277F-8091AABA23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3200" y="16176227"/>
                    <a:ext cx="14202662" cy="116955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3077" b="-737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84570-0CE6-2351-11D6-41A8BA297FC6}"/>
                </a:ext>
              </a:extLst>
            </p:cNvPr>
            <p:cNvSpPr txBox="1"/>
            <p:nvPr/>
          </p:nvSpPr>
          <p:spPr>
            <a:xfrm>
              <a:off x="3514790" y="947734"/>
              <a:ext cx="230849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13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ED7D9B-108A-4210-20EB-928FF5C1B65E}"/>
                </a:ext>
              </a:extLst>
            </p:cNvPr>
            <p:cNvSpPr txBox="1"/>
            <p:nvPr/>
          </p:nvSpPr>
          <p:spPr>
            <a:xfrm>
              <a:off x="9166451" y="966222"/>
              <a:ext cx="165605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12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350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DD25A8-5331-80B9-14F1-2958EA11B483}"/>
              </a:ext>
            </a:extLst>
          </p:cNvPr>
          <p:cNvGrpSpPr/>
          <p:nvPr/>
        </p:nvGrpSpPr>
        <p:grpSpPr>
          <a:xfrm>
            <a:off x="3486611" y="-21266"/>
            <a:ext cx="11314778" cy="6726713"/>
            <a:chOff x="1473200" y="16176227"/>
            <a:chExt cx="14202662" cy="8242703"/>
          </a:xfrm>
        </p:grpSpPr>
        <p:pic>
          <p:nvPicPr>
            <p:cNvPr id="3" name="Picture 2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C66B42EE-6E1E-0E83-8468-A89DB915E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891" t="4203" r="10740" b="10692"/>
            <a:stretch>
              <a:fillRect/>
            </a:stretch>
          </p:blipFill>
          <p:spPr>
            <a:xfrm>
              <a:off x="1473200" y="17345778"/>
              <a:ext cx="7073153" cy="7073152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</p:pic>
        <p:pic>
          <p:nvPicPr>
            <p:cNvPr id="4" name="Picture 3" descr="A graph and diagram of a graph&#10;&#10;AI-generated content may be incorrect.">
              <a:extLst>
                <a:ext uri="{FF2B5EF4-FFF2-40B4-BE49-F238E27FC236}">
                  <a16:creationId xmlns:a16="http://schemas.microsoft.com/office/drawing/2014/main" id="{B0C7FF04-D557-C794-2674-2D5CB1899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820" t="4077" r="10644" b="10656"/>
            <a:stretch>
              <a:fillRect/>
            </a:stretch>
          </p:blipFill>
          <p:spPr>
            <a:xfrm>
              <a:off x="8574531" y="17345779"/>
              <a:ext cx="7101331" cy="7073151"/>
            </a:xfrm>
            <a:prstGeom prst="rect">
              <a:avLst/>
            </a:prstGeom>
            <a:ln w="76200">
              <a:solidFill>
                <a:schemeClr val="bg1"/>
              </a:solidFill>
            </a:ln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1D58978-7A87-C630-7796-C8309AC32C8D}"/>
                    </a:ext>
                  </a:extLst>
                </p:cNvPr>
                <p:cNvSpPr txBox="1"/>
                <p:nvPr/>
              </p:nvSpPr>
              <p:spPr>
                <a:xfrm>
                  <a:off x="1473200" y="16176227"/>
                  <a:ext cx="14202662" cy="14331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0" dirty="0">
                      <a:solidFill>
                        <a:schemeClr val="tx1"/>
                      </a:solidFill>
                    </a:rPr>
                    <a:t>Per 2: 14</a:t>
                  </a:r>
                  <a14:m>
                    <m:oMath xmlns:m="http://schemas.openxmlformats.org/officeDocument/2006/math">
                      <m:r>
                        <a:rPr lang="en-US" sz="7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7000" dirty="0">
                      <a:solidFill>
                        <a:schemeClr val="tx1"/>
                      </a:solidFill>
                    </a:rPr>
                    <a:t> wider in </a:t>
                  </a:r>
                  <a:r>
                    <a:rPr lang="en-US" sz="7000" baseline="30000" dirty="0"/>
                    <a:t>13</a:t>
                  </a:r>
                  <a:r>
                    <a:rPr lang="en-US" sz="7000" dirty="0"/>
                    <a:t>CO</a:t>
                  </a:r>
                  <a:endParaRPr lang="en-US" sz="7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1D58978-7A87-C630-7796-C8309AC32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3200" y="16176227"/>
                  <a:ext cx="14202662" cy="1433131"/>
                </a:xfrm>
                <a:prstGeom prst="rect">
                  <a:avLst/>
                </a:prstGeom>
                <a:blipFill>
                  <a:blip r:embed="rId4"/>
                  <a:stretch>
                    <a:fillRect t="-18848" b="-41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Picture 5" descr="A graph and diagram of a person&#10;&#10;AI-generated content may be incorrect.">
            <a:extLst>
              <a:ext uri="{FF2B5EF4-FFF2-40B4-BE49-F238E27FC236}">
                <a16:creationId xmlns:a16="http://schemas.microsoft.com/office/drawing/2014/main" id="{C9A7352A-B88F-ACE3-D26D-4D4A46E9B5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97" t="5560" r="11441" b="11781"/>
          <a:stretch>
            <a:fillRect/>
          </a:stretch>
        </p:blipFill>
        <p:spPr>
          <a:xfrm>
            <a:off x="3486611" y="933182"/>
            <a:ext cx="5634941" cy="577226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8C1264-6E43-0C60-59AD-C6A58135C788}"/>
              </a:ext>
            </a:extLst>
          </p:cNvPr>
          <p:cNvSpPr txBox="1"/>
          <p:nvPr/>
        </p:nvSpPr>
        <p:spPr>
          <a:xfrm>
            <a:off x="3514790" y="947734"/>
            <a:ext cx="23084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aseline="30000" dirty="0">
                <a:solidFill>
                  <a:schemeClr val="bg1"/>
                </a:solidFill>
              </a:rPr>
              <a:t>13</a:t>
            </a:r>
            <a:r>
              <a:rPr lang="en-US" sz="5000" dirty="0">
                <a:solidFill>
                  <a:schemeClr val="bg1"/>
                </a:solidFill>
              </a:rPr>
              <a:t>CO</a:t>
            </a:r>
          </a:p>
        </p:txBody>
      </p:sp>
      <p:pic>
        <p:nvPicPr>
          <p:cNvPr id="8" name="Picture 7" descr="A graph and diagram of a graph&#10;&#10;AI-generated content may be incorrect.">
            <a:extLst>
              <a:ext uri="{FF2B5EF4-FFF2-40B4-BE49-F238E27FC236}">
                <a16:creationId xmlns:a16="http://schemas.microsoft.com/office/drawing/2014/main" id="{54B7BE29-52BF-D458-C848-8EA7A8CDF5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56" t="4217" r="10408" b="9921"/>
          <a:stretch>
            <a:fillRect/>
          </a:stretch>
        </p:blipFill>
        <p:spPr>
          <a:xfrm>
            <a:off x="9166451" y="947734"/>
            <a:ext cx="5606760" cy="5757712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8CF4F6-8940-7A65-6B82-C52EEBF1EEA4}"/>
              </a:ext>
            </a:extLst>
          </p:cNvPr>
          <p:cNvSpPr txBox="1"/>
          <p:nvPr/>
        </p:nvSpPr>
        <p:spPr>
          <a:xfrm>
            <a:off x="9166451" y="966222"/>
            <a:ext cx="1656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aseline="30000" dirty="0">
                <a:solidFill>
                  <a:schemeClr val="bg1"/>
                </a:solidFill>
              </a:rPr>
              <a:t>12</a:t>
            </a:r>
            <a:r>
              <a:rPr lang="en-US" sz="5000" dirty="0">
                <a:solidFill>
                  <a:schemeClr val="bg1"/>
                </a:solidFill>
              </a:rPr>
              <a:t>CO</a:t>
            </a:r>
          </a:p>
        </p:txBody>
      </p:sp>
    </p:spTree>
    <p:extLst>
      <p:ext uri="{BB962C8B-B14F-4D97-AF65-F5344CB8AC3E}">
        <p14:creationId xmlns:p14="http://schemas.microsoft.com/office/powerpoint/2010/main" val="321029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aph and diagram of a graph&#10;&#10;AI-generated content may be incorrect.">
            <a:extLst>
              <a:ext uri="{FF2B5EF4-FFF2-40B4-BE49-F238E27FC236}">
                <a16:creationId xmlns:a16="http://schemas.microsoft.com/office/drawing/2014/main" id="{FC1BEA23-CA62-F3E1-47E8-30156F656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3" t="5725" r="10669" b="10980"/>
          <a:stretch>
            <a:fillRect/>
          </a:stretch>
        </p:blipFill>
        <p:spPr>
          <a:xfrm>
            <a:off x="9121551" y="933181"/>
            <a:ext cx="5702287" cy="577226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13" name="Picture 12" descr="A graph and a diagram&#10;&#10;AI-generated content may be incorrect.">
            <a:extLst>
              <a:ext uri="{FF2B5EF4-FFF2-40B4-BE49-F238E27FC236}">
                <a16:creationId xmlns:a16="http://schemas.microsoft.com/office/drawing/2014/main" id="{3838B151-2CDB-7A8B-1F34-E2B23F7AB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01" t="6256" r="10548" b="11602"/>
          <a:stretch>
            <a:fillRect/>
          </a:stretch>
        </p:blipFill>
        <p:spPr>
          <a:xfrm>
            <a:off x="3486610" y="933181"/>
            <a:ext cx="5634941" cy="5789160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845F0C8-7F98-560F-76E9-338CB31C7C0B}"/>
              </a:ext>
            </a:extLst>
          </p:cNvPr>
          <p:cNvGrpSpPr/>
          <p:nvPr/>
        </p:nvGrpSpPr>
        <p:grpSpPr>
          <a:xfrm>
            <a:off x="3486611" y="-21266"/>
            <a:ext cx="11314778" cy="1849262"/>
            <a:chOff x="3486611" y="-21266"/>
            <a:chExt cx="11314778" cy="18492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E9C40B-4AAB-1625-8012-349C5B458F49}"/>
                    </a:ext>
                  </a:extLst>
                </p:cNvPr>
                <p:cNvSpPr txBox="1"/>
                <p:nvPr/>
              </p:nvSpPr>
              <p:spPr>
                <a:xfrm>
                  <a:off x="3486611" y="-21266"/>
                  <a:ext cx="11314778" cy="11695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0" dirty="0">
                      <a:solidFill>
                        <a:schemeClr val="tx1"/>
                      </a:solidFill>
                    </a:rPr>
                    <a:t>Per 5: </a:t>
                  </a:r>
                  <a:r>
                    <a:rPr lang="en-US" sz="7000" dirty="0"/>
                    <a:t>6</a:t>
                  </a:r>
                  <a14:m>
                    <m:oMath xmlns:m="http://schemas.openxmlformats.org/officeDocument/2006/math">
                      <m:r>
                        <a:rPr lang="en-US" sz="7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7000" dirty="0">
                      <a:solidFill>
                        <a:schemeClr val="tx1"/>
                      </a:solidFill>
                    </a:rPr>
                    <a:t> wider in </a:t>
                  </a:r>
                  <a:r>
                    <a:rPr lang="en-US" sz="7000" baseline="30000" dirty="0"/>
                    <a:t>13</a:t>
                  </a:r>
                  <a:r>
                    <a:rPr lang="en-US" sz="7000" dirty="0"/>
                    <a:t>CO</a:t>
                  </a:r>
                  <a:endParaRPr lang="en-US" sz="7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E9C40B-4AAB-1625-8012-349C5B458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6611" y="-21266"/>
                  <a:ext cx="11314778" cy="1169551"/>
                </a:xfrm>
                <a:prstGeom prst="rect">
                  <a:avLst/>
                </a:prstGeom>
                <a:blipFill>
                  <a:blip r:embed="rId4"/>
                  <a:stretch>
                    <a:fillRect t="-18848" b="-41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D39CD4-0772-448B-0DF8-2B39947F4D84}"/>
                </a:ext>
              </a:extLst>
            </p:cNvPr>
            <p:cNvSpPr txBox="1"/>
            <p:nvPr/>
          </p:nvSpPr>
          <p:spPr>
            <a:xfrm>
              <a:off x="3514790" y="947734"/>
              <a:ext cx="230849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13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DA9902-1698-28DD-2951-C9D473E1157B}"/>
                </a:ext>
              </a:extLst>
            </p:cNvPr>
            <p:cNvSpPr txBox="1"/>
            <p:nvPr/>
          </p:nvSpPr>
          <p:spPr>
            <a:xfrm>
              <a:off x="9166451" y="966222"/>
              <a:ext cx="165605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12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388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aph and diagram of a graph&#10;&#10;AI-generated content may be incorrect.">
            <a:extLst>
              <a:ext uri="{FF2B5EF4-FFF2-40B4-BE49-F238E27FC236}">
                <a16:creationId xmlns:a16="http://schemas.microsoft.com/office/drawing/2014/main" id="{3F3D48F6-14AD-31F2-0691-7AF39963D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6" t="5540" r="10975" b="11621"/>
          <a:stretch>
            <a:fillRect/>
          </a:stretch>
        </p:blipFill>
        <p:spPr>
          <a:xfrm>
            <a:off x="9121553" y="933183"/>
            <a:ext cx="5730464" cy="577226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13" name="Picture 12" descr="A graph and diagram of a person&#10;&#10;AI-generated content may be incorrect.">
            <a:extLst>
              <a:ext uri="{FF2B5EF4-FFF2-40B4-BE49-F238E27FC236}">
                <a16:creationId xmlns:a16="http://schemas.microsoft.com/office/drawing/2014/main" id="{96A2055F-75C7-5679-2509-E0F8E2B3D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03" t="4975" r="10918" b="10833"/>
          <a:stretch>
            <a:fillRect/>
          </a:stretch>
        </p:blipFill>
        <p:spPr>
          <a:xfrm>
            <a:off x="3464163" y="933182"/>
            <a:ext cx="5657389" cy="5772264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B4C2059-BC65-FCC8-5FDF-857E4339CFD2}"/>
              </a:ext>
            </a:extLst>
          </p:cNvPr>
          <p:cNvGrpSpPr/>
          <p:nvPr/>
        </p:nvGrpSpPr>
        <p:grpSpPr>
          <a:xfrm>
            <a:off x="3486611" y="-21266"/>
            <a:ext cx="11314778" cy="1849262"/>
            <a:chOff x="3486611" y="-21266"/>
            <a:chExt cx="11314778" cy="18492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F3F6DC-E57D-F49D-F6E2-48EFE0AD7209}"/>
                    </a:ext>
                  </a:extLst>
                </p:cNvPr>
                <p:cNvSpPr txBox="1"/>
                <p:nvPr/>
              </p:nvSpPr>
              <p:spPr>
                <a:xfrm>
                  <a:off x="3486611" y="-21266"/>
                  <a:ext cx="11314778" cy="11695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0" dirty="0">
                      <a:solidFill>
                        <a:schemeClr val="tx1"/>
                      </a:solidFill>
                    </a:rPr>
                    <a:t>Per 9: 12</a:t>
                  </a:r>
                  <a14:m>
                    <m:oMath xmlns:m="http://schemas.openxmlformats.org/officeDocument/2006/math">
                      <m:r>
                        <a:rPr lang="en-US" sz="7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7000" dirty="0">
                      <a:solidFill>
                        <a:schemeClr val="tx1"/>
                      </a:solidFill>
                    </a:rPr>
                    <a:t> wider in </a:t>
                  </a:r>
                  <a:r>
                    <a:rPr lang="en-US" sz="7000" baseline="30000" dirty="0"/>
                    <a:t>13</a:t>
                  </a:r>
                  <a:r>
                    <a:rPr lang="en-US" sz="7000" dirty="0"/>
                    <a:t>CO</a:t>
                  </a:r>
                  <a:endParaRPr lang="en-US" sz="7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3F3F6DC-E57D-F49D-F6E2-48EFE0AD7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6611" y="-21266"/>
                  <a:ext cx="11314778" cy="1169551"/>
                </a:xfrm>
                <a:prstGeom prst="rect">
                  <a:avLst/>
                </a:prstGeom>
                <a:blipFill>
                  <a:blip r:embed="rId4"/>
                  <a:stretch>
                    <a:fillRect t="-18848" b="-41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E0D3A4-F5FA-59EA-C207-4CCAC37F107F}"/>
                </a:ext>
              </a:extLst>
            </p:cNvPr>
            <p:cNvSpPr txBox="1"/>
            <p:nvPr/>
          </p:nvSpPr>
          <p:spPr>
            <a:xfrm>
              <a:off x="3514790" y="947734"/>
              <a:ext cx="230849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13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880F91-BB80-2A09-CFB4-DB803A4BEE97}"/>
                </a:ext>
              </a:extLst>
            </p:cNvPr>
            <p:cNvSpPr txBox="1"/>
            <p:nvPr/>
          </p:nvSpPr>
          <p:spPr>
            <a:xfrm>
              <a:off x="9166451" y="966222"/>
              <a:ext cx="165605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12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295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207AD7-3179-7EB8-1470-02716541F8E8}"/>
              </a:ext>
            </a:extLst>
          </p:cNvPr>
          <p:cNvGrpSpPr/>
          <p:nvPr/>
        </p:nvGrpSpPr>
        <p:grpSpPr>
          <a:xfrm>
            <a:off x="3486611" y="-21266"/>
            <a:ext cx="11314778" cy="6726713"/>
            <a:chOff x="3486611" y="-21266"/>
            <a:chExt cx="11314778" cy="672671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9CBF70E-279E-C68F-3443-2CCB611437BB}"/>
                </a:ext>
              </a:extLst>
            </p:cNvPr>
            <p:cNvGrpSpPr/>
            <p:nvPr/>
          </p:nvGrpSpPr>
          <p:grpSpPr>
            <a:xfrm>
              <a:off x="3486611" y="-21266"/>
              <a:ext cx="11314778" cy="6726713"/>
              <a:chOff x="1473200" y="16176227"/>
              <a:chExt cx="14202662" cy="8242703"/>
            </a:xfrm>
          </p:grpSpPr>
          <p:pic>
            <p:nvPicPr>
              <p:cNvPr id="6" name="Picture 5" descr="A graph of a function&#10;&#10;AI-generated content may be incorrect.">
                <a:extLst>
                  <a:ext uri="{FF2B5EF4-FFF2-40B4-BE49-F238E27FC236}">
                    <a16:creationId xmlns:a16="http://schemas.microsoft.com/office/drawing/2014/main" id="{8E833516-37E2-E223-80A8-857CD4F44B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891" t="4203" r="10740" b="10692"/>
              <a:stretch>
                <a:fillRect/>
              </a:stretch>
            </p:blipFill>
            <p:spPr>
              <a:xfrm>
                <a:off x="1473200" y="17345778"/>
                <a:ext cx="7073153" cy="7073152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</p:spPr>
          </p:pic>
          <p:pic>
            <p:nvPicPr>
              <p:cNvPr id="7" name="Picture 6" descr="A graph and diagram of a graph&#10;&#10;AI-generated content may be incorrect.">
                <a:extLst>
                  <a:ext uri="{FF2B5EF4-FFF2-40B4-BE49-F238E27FC236}">
                    <a16:creationId xmlns:a16="http://schemas.microsoft.com/office/drawing/2014/main" id="{A3A32FD0-7052-FA29-6F3D-FDC44C238D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820" t="4077" r="10644" b="10656"/>
              <a:stretch>
                <a:fillRect/>
              </a:stretch>
            </p:blipFill>
            <p:spPr>
              <a:xfrm>
                <a:off x="8574531" y="17345779"/>
                <a:ext cx="7101331" cy="7073151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D0BFC5D-043C-2A65-A507-4602E92E141E}"/>
                      </a:ext>
                    </a:extLst>
                  </p:cNvPr>
                  <p:cNvSpPr txBox="1"/>
                  <p:nvPr/>
                </p:nvSpPr>
                <p:spPr>
                  <a:xfrm>
                    <a:off x="1473200" y="16176227"/>
                    <a:ext cx="14202662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0" dirty="0">
                        <a:solidFill>
                          <a:schemeClr val="tx1"/>
                        </a:solidFill>
                      </a:rPr>
                      <a:t>Per 1: 10</a:t>
                    </a:r>
                    <a14:m>
                      <m:oMath xmlns:m="http://schemas.openxmlformats.org/officeDocument/2006/math">
                        <m:r>
                          <a:rPr lang="en-US" sz="7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r>
                      <a:rPr lang="en-US" sz="7000" dirty="0">
                        <a:solidFill>
                          <a:schemeClr val="tx1"/>
                        </a:solidFill>
                      </a:rPr>
                      <a:t> wider in </a:t>
                    </a:r>
                    <a:r>
                      <a:rPr lang="en-US" sz="7000" baseline="30000" dirty="0"/>
                      <a:t>13</a:t>
                    </a:r>
                    <a:r>
                      <a:rPr lang="en-US" sz="7000" dirty="0"/>
                      <a:t>CO</a:t>
                    </a:r>
                    <a:endParaRPr lang="en-US" sz="7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D0BFC5D-043C-2A65-A507-4602E92E14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3200" y="16176227"/>
                    <a:ext cx="14202662" cy="116955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3077" b="-737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48B4C1-2BF3-B48D-EAF8-6305184582B2}"/>
                </a:ext>
              </a:extLst>
            </p:cNvPr>
            <p:cNvSpPr txBox="1"/>
            <p:nvPr/>
          </p:nvSpPr>
          <p:spPr>
            <a:xfrm>
              <a:off x="3514790" y="947734"/>
              <a:ext cx="230849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13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81AAAD-CB4F-427C-FAD9-1EDF38111BE8}"/>
                </a:ext>
              </a:extLst>
            </p:cNvPr>
            <p:cNvSpPr txBox="1"/>
            <p:nvPr/>
          </p:nvSpPr>
          <p:spPr>
            <a:xfrm>
              <a:off x="9166451" y="966222"/>
              <a:ext cx="165605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aseline="30000" dirty="0">
                  <a:solidFill>
                    <a:schemeClr val="bg1"/>
                  </a:solidFill>
                </a:rPr>
                <a:t>12</a:t>
              </a:r>
              <a:r>
                <a:rPr lang="en-US" sz="5000" dirty="0">
                  <a:solidFill>
                    <a:schemeClr val="bg1"/>
                  </a:solidFill>
                </a:rPr>
                <a:t>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629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50</Words>
  <Application>Microsoft Office PowerPoint</Application>
  <PresentationFormat>Custom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Wyatt Ulsh</dc:creator>
  <cp:lastModifiedBy>Wyatt Ulsh</cp:lastModifiedBy>
  <cp:revision>1</cp:revision>
  <dcterms:created xsi:type="dcterms:W3CDTF">2025-12-16T05:45:01Z</dcterms:created>
  <dcterms:modified xsi:type="dcterms:W3CDTF">2025-12-16T06:25:50Z</dcterms:modified>
</cp:coreProperties>
</file>